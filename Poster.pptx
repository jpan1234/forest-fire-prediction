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56" r:id="rId5"/>
  </p:sldIdLst>
  <p:sldSz cx="42062400" cy="32918400"/>
  <p:notesSz cx="6858000" cy="9144000"/>
  <p:defaultTextStyle>
    <a:defPPr>
      <a:defRPr lang="en-US"/>
    </a:defPPr>
    <a:lvl1pPr marL="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24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8102E"/>
    <a:srgbClr val="D6E03E"/>
    <a:srgbClr val="6767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ABDA64D-9E92-4075-ABB8-E7B1B4669D72}" v="219" dt="2025-02-25T16:39:15.9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1984" autoAdjust="0"/>
    <p:restoredTop sz="92308" autoAdjust="0"/>
  </p:normalViewPr>
  <p:slideViewPr>
    <p:cSldViewPr>
      <p:cViewPr>
        <p:scale>
          <a:sx n="25" d="100"/>
          <a:sy n="25" d="100"/>
        </p:scale>
        <p:origin x="2424" y="256"/>
      </p:cViewPr>
      <p:guideLst>
        <p:guide orient="horz" pos="10368"/>
        <p:guide pos="1324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113" d="100"/>
          <a:sy n="113" d="100"/>
        </p:scale>
        <p:origin x="-642" y="-12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 Pan" userId="1e19b5c7c6531b8a" providerId="LiveId" clId="{FABDA64D-9E92-4075-ABB8-E7B1B4669D72}"/>
    <pc:docChg chg="undo custSel addSld delSld modSld">
      <pc:chgData name="Jeff Pan" userId="1e19b5c7c6531b8a" providerId="LiveId" clId="{FABDA64D-9E92-4075-ABB8-E7B1B4669D72}" dt="2025-02-25T18:18:29.108" v="4846" actId="20577"/>
      <pc:docMkLst>
        <pc:docMk/>
      </pc:docMkLst>
      <pc:sldChg chg="addSp delSp modSp mod">
        <pc:chgData name="Jeff Pan" userId="1e19b5c7c6531b8a" providerId="LiveId" clId="{FABDA64D-9E92-4075-ABB8-E7B1B4669D72}" dt="2025-02-25T18:18:29.108" v="4846" actId="20577"/>
        <pc:sldMkLst>
          <pc:docMk/>
          <pc:sldMk cId="3064760845" sldId="256"/>
        </pc:sldMkLst>
        <pc:spChg chg="del mod">
          <ac:chgData name="Jeff Pan" userId="1e19b5c7c6531b8a" providerId="LiveId" clId="{FABDA64D-9E92-4075-ABB8-E7B1B4669D72}" dt="2025-02-24T04:00:57.322" v="12" actId="478"/>
          <ac:spMkLst>
            <pc:docMk/>
            <pc:sldMk cId="3064760845" sldId="256"/>
            <ac:spMk id="2" creationId="{058A7FAE-63C5-C5C7-605E-6F10704F9285}"/>
          </ac:spMkLst>
        </pc:spChg>
        <pc:spChg chg="add mod">
          <ac:chgData name="Jeff Pan" userId="1e19b5c7c6531b8a" providerId="LiveId" clId="{FABDA64D-9E92-4075-ABB8-E7B1B4669D72}" dt="2025-02-25T16:53:02.559" v="4829" actId="13926"/>
          <ac:spMkLst>
            <pc:docMk/>
            <pc:sldMk cId="3064760845" sldId="256"/>
            <ac:spMk id="2" creationId="{7F040C6B-6EFA-0B1D-707C-519D100FBFCE}"/>
          </ac:spMkLst>
        </pc:spChg>
        <pc:spChg chg="del mod">
          <ac:chgData name="Jeff Pan" userId="1e19b5c7c6531b8a" providerId="LiveId" clId="{FABDA64D-9E92-4075-ABB8-E7B1B4669D72}" dt="2025-02-24T19:12:12.195" v="3126" actId="478"/>
          <ac:spMkLst>
            <pc:docMk/>
            <pc:sldMk cId="3064760845" sldId="256"/>
            <ac:spMk id="3" creationId="{3D619742-4ABC-54A1-417E-D0A259B31985}"/>
          </ac:spMkLst>
        </pc:spChg>
        <pc:spChg chg="mod">
          <ac:chgData name="Jeff Pan" userId="1e19b5c7c6531b8a" providerId="LiveId" clId="{FABDA64D-9E92-4075-ABB8-E7B1B4669D72}" dt="2025-02-24T03:58:26.658" v="2" actId="20577"/>
          <ac:spMkLst>
            <pc:docMk/>
            <pc:sldMk cId="3064760845" sldId="256"/>
            <ac:spMk id="5" creationId="{00000000-0000-0000-0000-000000000000}"/>
          </ac:spMkLst>
        </pc:spChg>
        <pc:spChg chg="add del mod">
          <ac:chgData name="Jeff Pan" userId="1e19b5c7c6531b8a" providerId="LiveId" clId="{FABDA64D-9E92-4075-ABB8-E7B1B4669D72}" dt="2025-02-24T04:01:21.709" v="20" actId="478"/>
          <ac:spMkLst>
            <pc:docMk/>
            <pc:sldMk cId="3064760845" sldId="256"/>
            <ac:spMk id="6" creationId="{E37930CC-5421-9577-55CC-CDB58C9812E6}"/>
          </ac:spMkLst>
        </pc:spChg>
        <pc:spChg chg="add del mod">
          <ac:chgData name="Jeff Pan" userId="1e19b5c7c6531b8a" providerId="LiveId" clId="{FABDA64D-9E92-4075-ABB8-E7B1B4669D72}" dt="2025-02-24T04:01:19.447" v="17" actId="478"/>
          <ac:spMkLst>
            <pc:docMk/>
            <pc:sldMk cId="3064760845" sldId="256"/>
            <ac:spMk id="7" creationId="{1129EB91-8FF0-9AA1-0C74-E786E45389B8}"/>
          </ac:spMkLst>
        </pc:spChg>
        <pc:spChg chg="add mod">
          <ac:chgData name="Jeff Pan" userId="1e19b5c7c6531b8a" providerId="LiveId" clId="{FABDA64D-9E92-4075-ABB8-E7B1B4669D72}" dt="2025-02-24T21:15:08.708" v="3791" actId="1076"/>
          <ac:spMkLst>
            <pc:docMk/>
            <pc:sldMk cId="3064760845" sldId="256"/>
            <ac:spMk id="7" creationId="{9E6BDBD1-3060-F8A4-D760-AAC5FFE09CFC}"/>
          </ac:spMkLst>
        </pc:spChg>
        <pc:spChg chg="add del mod">
          <ac:chgData name="Jeff Pan" userId="1e19b5c7c6531b8a" providerId="LiveId" clId="{FABDA64D-9E92-4075-ABB8-E7B1B4669D72}" dt="2025-02-24T04:01:18.656" v="16" actId="478"/>
          <ac:spMkLst>
            <pc:docMk/>
            <pc:sldMk cId="3064760845" sldId="256"/>
            <ac:spMk id="8" creationId="{D5D17805-1F6F-B067-EF24-A91B26EE060A}"/>
          </ac:spMkLst>
        </pc:spChg>
        <pc:spChg chg="add mod">
          <ac:chgData name="Jeff Pan" userId="1e19b5c7c6531b8a" providerId="LiveId" clId="{FABDA64D-9E92-4075-ABB8-E7B1B4669D72}" dt="2025-02-24T21:12:32.075" v="3748" actId="20577"/>
          <ac:spMkLst>
            <pc:docMk/>
            <pc:sldMk cId="3064760845" sldId="256"/>
            <ac:spMk id="9" creationId="{3AC76372-1984-9FB3-0921-DEC9E30EE511}"/>
          </ac:spMkLst>
        </pc:spChg>
        <pc:spChg chg="add mod">
          <ac:chgData name="Jeff Pan" userId="1e19b5c7c6531b8a" providerId="LiveId" clId="{FABDA64D-9E92-4075-ABB8-E7B1B4669D72}" dt="2025-02-24T05:56:09.418" v="674" actId="1076"/>
          <ac:spMkLst>
            <pc:docMk/>
            <pc:sldMk cId="3064760845" sldId="256"/>
            <ac:spMk id="10" creationId="{E37930CC-5421-9577-55CC-CDB58C9812E6}"/>
          </ac:spMkLst>
        </pc:spChg>
        <pc:spChg chg="del mod">
          <ac:chgData name="Jeff Pan" userId="1e19b5c7c6531b8a" providerId="LiveId" clId="{FABDA64D-9E92-4075-ABB8-E7B1B4669D72}" dt="2025-02-24T04:03:16.931" v="106" actId="478"/>
          <ac:spMkLst>
            <pc:docMk/>
            <pc:sldMk cId="3064760845" sldId="256"/>
            <ac:spMk id="11" creationId="{00000000-0000-0000-0000-000000000000}"/>
          </ac:spMkLst>
        </pc:spChg>
        <pc:spChg chg="del mod">
          <ac:chgData name="Jeff Pan" userId="1e19b5c7c6531b8a" providerId="LiveId" clId="{FABDA64D-9E92-4075-ABB8-E7B1B4669D72}" dt="2025-02-24T04:01:24.019" v="22" actId="478"/>
          <ac:spMkLst>
            <pc:docMk/>
            <pc:sldMk cId="3064760845" sldId="256"/>
            <ac:spMk id="12" creationId="{00000000-0000-0000-0000-000000000000}"/>
          </ac:spMkLst>
        </pc:spChg>
        <pc:spChg chg="add mod">
          <ac:chgData name="Jeff Pan" userId="1e19b5c7c6531b8a" providerId="LiveId" clId="{FABDA64D-9E92-4075-ABB8-E7B1B4669D72}" dt="2025-02-24T18:08:31.542" v="739" actId="20577"/>
          <ac:spMkLst>
            <pc:docMk/>
            <pc:sldMk cId="3064760845" sldId="256"/>
            <ac:spMk id="12" creationId="{FBB18562-5168-D359-35AF-CEC4E2EDD7FF}"/>
          </ac:spMkLst>
        </pc:spChg>
        <pc:spChg chg="del mod">
          <ac:chgData name="Jeff Pan" userId="1e19b5c7c6531b8a" providerId="LiveId" clId="{FABDA64D-9E92-4075-ABB8-E7B1B4669D72}" dt="2025-02-24T04:00:51.624" v="10" actId="478"/>
          <ac:spMkLst>
            <pc:docMk/>
            <pc:sldMk cId="3064760845" sldId="256"/>
            <ac:spMk id="13" creationId="{00000000-0000-0000-0000-000000000000}"/>
          </ac:spMkLst>
        </pc:spChg>
        <pc:spChg chg="add mod">
          <ac:chgData name="Jeff Pan" userId="1e19b5c7c6531b8a" providerId="LiveId" clId="{FABDA64D-9E92-4075-ABB8-E7B1B4669D72}" dt="2025-02-25T18:17:40.061" v="4836" actId="13926"/>
          <ac:spMkLst>
            <pc:docMk/>
            <pc:sldMk cId="3064760845" sldId="256"/>
            <ac:spMk id="13" creationId="{1D968DBF-F54A-6604-773E-767D7EE754DE}"/>
          </ac:spMkLst>
        </pc:spChg>
        <pc:spChg chg="add mod">
          <ac:chgData name="Jeff Pan" userId="1e19b5c7c6531b8a" providerId="LiveId" clId="{FABDA64D-9E92-4075-ABB8-E7B1B4669D72}" dt="2025-02-24T05:56:09.418" v="674" actId="1076"/>
          <ac:spMkLst>
            <pc:docMk/>
            <pc:sldMk cId="3064760845" sldId="256"/>
            <ac:spMk id="14" creationId="{D5D17805-1F6F-B067-EF24-A91B26EE060A}"/>
          </ac:spMkLst>
        </pc:spChg>
        <pc:spChg chg="add mod">
          <ac:chgData name="Jeff Pan" userId="1e19b5c7c6531b8a" providerId="LiveId" clId="{FABDA64D-9E92-4075-ABB8-E7B1B4669D72}" dt="2025-02-24T21:15:02.674" v="3789" actId="1076"/>
          <ac:spMkLst>
            <pc:docMk/>
            <pc:sldMk cId="3064760845" sldId="256"/>
            <ac:spMk id="15" creationId="{1129EB91-8FF0-9AA1-0C74-E786E45389B8}"/>
          </ac:spMkLst>
        </pc:spChg>
        <pc:spChg chg="add mod">
          <ac:chgData name="Jeff Pan" userId="1e19b5c7c6531b8a" providerId="LiveId" clId="{FABDA64D-9E92-4075-ABB8-E7B1B4669D72}" dt="2025-02-24T04:01:51.354" v="34"/>
          <ac:spMkLst>
            <pc:docMk/>
            <pc:sldMk cId="3064760845" sldId="256"/>
            <ac:spMk id="16" creationId="{1129EB91-8FF0-9AA1-0C74-E786E45389B8}"/>
          </ac:spMkLst>
        </pc:spChg>
        <pc:spChg chg="add mod">
          <ac:chgData name="Jeff Pan" userId="1e19b5c7c6531b8a" providerId="LiveId" clId="{FABDA64D-9E92-4075-ABB8-E7B1B4669D72}" dt="2025-02-25T16:51:57.970" v="4828" actId="113"/>
          <ac:spMkLst>
            <pc:docMk/>
            <pc:sldMk cId="3064760845" sldId="256"/>
            <ac:spMk id="16" creationId="{A9B4B7BB-5EE3-36A6-9F72-2748AE601619}"/>
          </ac:spMkLst>
        </pc:spChg>
        <pc:spChg chg="add mod">
          <ac:chgData name="Jeff Pan" userId="1e19b5c7c6531b8a" providerId="LiveId" clId="{FABDA64D-9E92-4075-ABB8-E7B1B4669D72}" dt="2025-02-24T05:55:38.798" v="662" actId="1076"/>
          <ac:spMkLst>
            <pc:docMk/>
            <pc:sldMk cId="3064760845" sldId="256"/>
            <ac:spMk id="17" creationId="{29101814-3FE1-391D-A422-4BC9B92BF765}"/>
          </ac:spMkLst>
        </pc:spChg>
        <pc:spChg chg="add mod">
          <ac:chgData name="Jeff Pan" userId="1e19b5c7c6531b8a" providerId="LiveId" clId="{FABDA64D-9E92-4075-ABB8-E7B1B4669D72}" dt="2025-02-24T05:55:38.798" v="662" actId="1076"/>
          <ac:spMkLst>
            <pc:docMk/>
            <pc:sldMk cId="3064760845" sldId="256"/>
            <ac:spMk id="18" creationId="{CA668B51-B61F-6DF1-387A-87A3F976CBC8}"/>
          </ac:spMkLst>
        </pc:spChg>
        <pc:spChg chg="add mod">
          <ac:chgData name="Jeff Pan" userId="1e19b5c7c6531b8a" providerId="LiveId" clId="{FABDA64D-9E92-4075-ABB8-E7B1B4669D72}" dt="2025-02-24T05:55:38.798" v="662" actId="1076"/>
          <ac:spMkLst>
            <pc:docMk/>
            <pc:sldMk cId="3064760845" sldId="256"/>
            <ac:spMk id="19" creationId="{D08D853D-D95C-D5A6-1FE7-AED51C633DDC}"/>
          </ac:spMkLst>
        </pc:spChg>
        <pc:spChg chg="add mod">
          <ac:chgData name="Jeff Pan" userId="1e19b5c7c6531b8a" providerId="LiveId" clId="{FABDA64D-9E92-4075-ABB8-E7B1B4669D72}" dt="2025-02-25T16:45:45.007" v="4670" actId="20577"/>
          <ac:spMkLst>
            <pc:docMk/>
            <pc:sldMk cId="3064760845" sldId="256"/>
            <ac:spMk id="20" creationId="{950B6A03-0D0F-321B-9C80-7B05DB5316D5}"/>
          </ac:spMkLst>
        </pc:spChg>
        <pc:spChg chg="add mod">
          <ac:chgData name="Jeff Pan" userId="1e19b5c7c6531b8a" providerId="LiveId" clId="{FABDA64D-9E92-4075-ABB8-E7B1B4669D72}" dt="2025-02-25T16:44:29.099" v="4665" actId="20577"/>
          <ac:spMkLst>
            <pc:docMk/>
            <pc:sldMk cId="3064760845" sldId="256"/>
            <ac:spMk id="21" creationId="{BB933289-B62B-12D1-4C97-5FDAC8056555}"/>
          </ac:spMkLst>
        </pc:spChg>
        <pc:spChg chg="add mod">
          <ac:chgData name="Jeff Pan" userId="1e19b5c7c6531b8a" providerId="LiveId" clId="{FABDA64D-9E92-4075-ABB8-E7B1B4669D72}" dt="2025-02-25T02:47:54.289" v="4323" actId="113"/>
          <ac:spMkLst>
            <pc:docMk/>
            <pc:sldMk cId="3064760845" sldId="256"/>
            <ac:spMk id="22" creationId="{1FCF4174-4C1F-5AB7-48E2-4F41C7AD30CA}"/>
          </ac:spMkLst>
        </pc:spChg>
        <pc:spChg chg="add mod">
          <ac:chgData name="Jeff Pan" userId="1e19b5c7c6531b8a" providerId="LiveId" clId="{FABDA64D-9E92-4075-ABB8-E7B1B4669D72}" dt="2025-02-25T16:47:21.522" v="4679" actId="20577"/>
          <ac:spMkLst>
            <pc:docMk/>
            <pc:sldMk cId="3064760845" sldId="256"/>
            <ac:spMk id="25" creationId="{2F7D892D-D2F5-B8A6-58D4-552CE1D26F2D}"/>
          </ac:spMkLst>
        </pc:spChg>
        <pc:spChg chg="add del mod">
          <ac:chgData name="Jeff Pan" userId="1e19b5c7c6531b8a" providerId="LiveId" clId="{FABDA64D-9E92-4075-ABB8-E7B1B4669D72}" dt="2025-02-24T04:24:39.269" v="206"/>
          <ac:spMkLst>
            <pc:docMk/>
            <pc:sldMk cId="3064760845" sldId="256"/>
            <ac:spMk id="26" creationId="{03C1CFE7-01DF-1143-1307-B925236C5F03}"/>
          </ac:spMkLst>
        </pc:spChg>
        <pc:spChg chg="add mod">
          <ac:chgData name="Jeff Pan" userId="1e19b5c7c6531b8a" providerId="LiveId" clId="{FABDA64D-9E92-4075-ABB8-E7B1B4669D72}" dt="2025-02-25T16:37:11.347" v="4628" actId="1076"/>
          <ac:spMkLst>
            <pc:docMk/>
            <pc:sldMk cId="3064760845" sldId="256"/>
            <ac:spMk id="26" creationId="{19420BAE-4E55-C38C-DD05-2BFC89B55817}"/>
          </ac:spMkLst>
        </pc:spChg>
        <pc:spChg chg="add">
          <ac:chgData name="Jeff Pan" userId="1e19b5c7c6531b8a" providerId="LiveId" clId="{FABDA64D-9E92-4075-ABB8-E7B1B4669D72}" dt="2025-02-24T04:24:25.966" v="199"/>
          <ac:spMkLst>
            <pc:docMk/>
            <pc:sldMk cId="3064760845" sldId="256"/>
            <ac:spMk id="27" creationId="{FE61902B-8171-4BE2-7ACD-94111FD5A1CB}"/>
          </ac:spMkLst>
        </pc:spChg>
        <pc:spChg chg="add mod">
          <ac:chgData name="Jeff Pan" userId="1e19b5c7c6531b8a" providerId="LiveId" clId="{FABDA64D-9E92-4075-ABB8-E7B1B4669D72}" dt="2025-02-25T16:37:10.068" v="4627" actId="1076"/>
          <ac:spMkLst>
            <pc:docMk/>
            <pc:sldMk cId="3064760845" sldId="256"/>
            <ac:spMk id="28" creationId="{38EC1A6D-7FC9-D44F-EE48-EB43B9334E06}"/>
          </ac:spMkLst>
        </pc:spChg>
        <pc:spChg chg="add">
          <ac:chgData name="Jeff Pan" userId="1e19b5c7c6531b8a" providerId="LiveId" clId="{FABDA64D-9E92-4075-ABB8-E7B1B4669D72}" dt="2025-02-24T04:24:29.361" v="200"/>
          <ac:spMkLst>
            <pc:docMk/>
            <pc:sldMk cId="3064760845" sldId="256"/>
            <ac:spMk id="28" creationId="{830E3BA0-7398-7CA6-F14A-8572736F5180}"/>
          </ac:spMkLst>
        </pc:spChg>
        <pc:spChg chg="add">
          <ac:chgData name="Jeff Pan" userId="1e19b5c7c6531b8a" providerId="LiveId" clId="{FABDA64D-9E92-4075-ABB8-E7B1B4669D72}" dt="2025-02-24T04:24:31.219" v="201"/>
          <ac:spMkLst>
            <pc:docMk/>
            <pc:sldMk cId="3064760845" sldId="256"/>
            <ac:spMk id="29" creationId="{0B4FBAD5-319B-AB1F-1C8F-4DC69AF6EC96}"/>
          </ac:spMkLst>
        </pc:spChg>
        <pc:spChg chg="add del mod">
          <ac:chgData name="Jeff Pan" userId="1e19b5c7c6531b8a" providerId="LiveId" clId="{FABDA64D-9E92-4075-ABB8-E7B1B4669D72}" dt="2025-02-25T02:37:15.790" v="4117" actId="478"/>
          <ac:spMkLst>
            <pc:docMk/>
            <pc:sldMk cId="3064760845" sldId="256"/>
            <ac:spMk id="29" creationId="{588D0C7C-4F78-D810-58B5-4C2215E30208}"/>
          </ac:spMkLst>
        </pc:spChg>
        <pc:spChg chg="add">
          <ac:chgData name="Jeff Pan" userId="1e19b5c7c6531b8a" providerId="LiveId" clId="{FABDA64D-9E92-4075-ABB8-E7B1B4669D72}" dt="2025-02-24T04:24:35.815" v="202"/>
          <ac:spMkLst>
            <pc:docMk/>
            <pc:sldMk cId="3064760845" sldId="256"/>
            <ac:spMk id="30" creationId="{D9F335DE-3ABB-B194-50BD-E5DE69AD9BD0}"/>
          </ac:spMkLst>
        </pc:spChg>
        <pc:spChg chg="add mod">
          <ac:chgData name="Jeff Pan" userId="1e19b5c7c6531b8a" providerId="LiveId" clId="{FABDA64D-9E92-4075-ABB8-E7B1B4669D72}" dt="2025-02-25T02:48:37.923" v="4379" actId="1076"/>
          <ac:spMkLst>
            <pc:docMk/>
            <pc:sldMk cId="3064760845" sldId="256"/>
            <ac:spMk id="31" creationId="{19E00CD7-24AC-2AD4-DDDD-B80C01E596D3}"/>
          </ac:spMkLst>
        </pc:spChg>
        <pc:spChg chg="add">
          <ac:chgData name="Jeff Pan" userId="1e19b5c7c6531b8a" providerId="LiveId" clId="{FABDA64D-9E92-4075-ABB8-E7B1B4669D72}" dt="2025-02-24T04:25:52.099" v="239"/>
          <ac:spMkLst>
            <pc:docMk/>
            <pc:sldMk cId="3064760845" sldId="256"/>
            <ac:spMk id="32" creationId="{917D3DD7-62CB-DF54-AE84-A4EAA88A633E}"/>
          </ac:spMkLst>
        </pc:spChg>
        <pc:spChg chg="add del mod">
          <ac:chgData name="Jeff Pan" userId="1e19b5c7c6531b8a" providerId="LiveId" clId="{FABDA64D-9E92-4075-ABB8-E7B1B4669D72}" dt="2025-02-24T05:47:34.856" v="581" actId="478"/>
          <ac:spMkLst>
            <pc:docMk/>
            <pc:sldMk cId="3064760845" sldId="256"/>
            <ac:spMk id="33" creationId="{B8F5A6C6-2C1D-93EE-DA72-B05A3A00AA2C}"/>
          </ac:spMkLst>
        </pc:spChg>
        <pc:spChg chg="add del mod">
          <ac:chgData name="Jeff Pan" userId="1e19b5c7c6531b8a" providerId="LiveId" clId="{FABDA64D-9E92-4075-ABB8-E7B1B4669D72}" dt="2025-02-24T05:47:35.755" v="582" actId="478"/>
          <ac:spMkLst>
            <pc:docMk/>
            <pc:sldMk cId="3064760845" sldId="256"/>
            <ac:spMk id="34" creationId="{C0C94D1A-C6FB-BBA3-C554-394E3071A187}"/>
          </ac:spMkLst>
        </pc:spChg>
        <pc:spChg chg="add mod">
          <ac:chgData name="Jeff Pan" userId="1e19b5c7c6531b8a" providerId="LiveId" clId="{FABDA64D-9E92-4075-ABB8-E7B1B4669D72}" dt="2025-02-25T02:48:08.673" v="4328" actId="20577"/>
          <ac:spMkLst>
            <pc:docMk/>
            <pc:sldMk cId="3064760845" sldId="256"/>
            <ac:spMk id="36" creationId="{91610F29-1FAF-A1CD-C87C-589F1A87AA6F}"/>
          </ac:spMkLst>
        </pc:spChg>
        <pc:spChg chg="add mod">
          <ac:chgData name="Jeff Pan" userId="1e19b5c7c6531b8a" providerId="LiveId" clId="{FABDA64D-9E92-4075-ABB8-E7B1B4669D72}" dt="2025-02-25T02:48:10.117" v="4329" actId="20577"/>
          <ac:spMkLst>
            <pc:docMk/>
            <pc:sldMk cId="3064760845" sldId="256"/>
            <ac:spMk id="37" creationId="{06ECD4FB-7F2A-C81C-9B46-5225E827314B}"/>
          </ac:spMkLst>
        </pc:spChg>
        <pc:spChg chg="add mod">
          <ac:chgData name="Jeff Pan" userId="1e19b5c7c6531b8a" providerId="LiveId" clId="{FABDA64D-9E92-4075-ABB8-E7B1B4669D72}" dt="2025-02-25T02:38:48.515" v="4317" actId="14100"/>
          <ac:spMkLst>
            <pc:docMk/>
            <pc:sldMk cId="3064760845" sldId="256"/>
            <ac:spMk id="38" creationId="{FBF81708-13A1-A1FC-C17F-A9C2D0D186F0}"/>
          </ac:spMkLst>
        </pc:spChg>
        <pc:spChg chg="add mod">
          <ac:chgData name="Jeff Pan" userId="1e19b5c7c6531b8a" providerId="LiveId" clId="{FABDA64D-9E92-4075-ABB8-E7B1B4669D72}" dt="2025-02-25T18:18:19.481" v="4844" actId="20577"/>
          <ac:spMkLst>
            <pc:docMk/>
            <pc:sldMk cId="3064760845" sldId="256"/>
            <ac:spMk id="39" creationId="{3F47A00C-2111-7F63-C586-B18907C11894}"/>
          </ac:spMkLst>
        </pc:spChg>
        <pc:spChg chg="add mod">
          <ac:chgData name="Jeff Pan" userId="1e19b5c7c6531b8a" providerId="LiveId" clId="{FABDA64D-9E92-4075-ABB8-E7B1B4669D72}" dt="2025-02-25T18:18:29.108" v="4846" actId="20577"/>
          <ac:spMkLst>
            <pc:docMk/>
            <pc:sldMk cId="3064760845" sldId="256"/>
            <ac:spMk id="40" creationId="{3583ED33-233F-C40E-63A8-02CCB79432E5}"/>
          </ac:spMkLst>
        </pc:spChg>
        <pc:picChg chg="add mod">
          <ac:chgData name="Jeff Pan" userId="1e19b5c7c6531b8a" providerId="LiveId" clId="{FABDA64D-9E92-4075-ABB8-E7B1B4669D72}" dt="2025-02-25T16:34:09.829" v="4567" actId="1076"/>
          <ac:picMkLst>
            <pc:docMk/>
            <pc:sldMk cId="3064760845" sldId="256"/>
            <ac:picMk id="4" creationId="{9C8FB5AB-894E-4890-9773-F2CE23BFEB69}"/>
          </ac:picMkLst>
        </pc:picChg>
        <pc:picChg chg="add mod">
          <ac:chgData name="Jeff Pan" userId="1e19b5c7c6531b8a" providerId="LiveId" clId="{FABDA64D-9E92-4075-ABB8-E7B1B4669D72}" dt="2025-02-25T02:48:47.965" v="4382" actId="1076"/>
          <ac:picMkLst>
            <pc:docMk/>
            <pc:sldMk cId="3064760845" sldId="256"/>
            <ac:picMk id="6" creationId="{3885FA61-38BF-B735-144E-CFEAFFF783E5}"/>
          </ac:picMkLst>
        </pc:picChg>
        <pc:picChg chg="add del">
          <ac:chgData name="Jeff Pan" userId="1e19b5c7c6531b8a" providerId="LiveId" clId="{FABDA64D-9E92-4075-ABB8-E7B1B4669D72}" dt="2025-02-24T18:08:21.268" v="705" actId="22"/>
          <ac:picMkLst>
            <pc:docMk/>
            <pc:sldMk cId="3064760845" sldId="256"/>
            <ac:picMk id="8" creationId="{37247C48-B591-9C55-5BFE-BC1E0A1038CB}"/>
          </ac:picMkLst>
        </pc:picChg>
        <pc:picChg chg="add del mod">
          <ac:chgData name="Jeff Pan" userId="1e19b5c7c6531b8a" providerId="LiveId" clId="{FABDA64D-9E92-4075-ABB8-E7B1B4669D72}" dt="2025-02-24T23:57:50.789" v="3849" actId="478"/>
          <ac:picMkLst>
            <pc:docMk/>
            <pc:sldMk cId="3064760845" sldId="256"/>
            <ac:picMk id="11" creationId="{3D632010-63ED-563C-9BDD-C749CE12BB44}"/>
          </ac:picMkLst>
        </pc:picChg>
        <pc:picChg chg="add del mod">
          <ac:chgData name="Jeff Pan" userId="1e19b5c7c6531b8a" providerId="LiveId" clId="{FABDA64D-9E92-4075-ABB8-E7B1B4669D72}" dt="2025-02-25T16:34:26.414" v="4572" actId="22"/>
          <ac:picMkLst>
            <pc:docMk/>
            <pc:sldMk cId="3064760845" sldId="256"/>
            <ac:picMk id="11" creationId="{5605563D-90ED-C0DD-DDF0-F6B3FBA5246A}"/>
          </ac:picMkLst>
        </pc:picChg>
        <pc:picChg chg="add mod">
          <ac:chgData name="Jeff Pan" userId="1e19b5c7c6531b8a" providerId="LiveId" clId="{FABDA64D-9E92-4075-ABB8-E7B1B4669D72}" dt="2025-02-25T16:34:48.903" v="4578" actId="1076"/>
          <ac:picMkLst>
            <pc:docMk/>
            <pc:sldMk cId="3064760845" sldId="256"/>
            <ac:picMk id="29" creationId="{30733AB5-A1EE-6AAD-FA76-400C501B4EDC}"/>
          </ac:picMkLst>
        </pc:picChg>
        <pc:picChg chg="add del mod">
          <ac:chgData name="Jeff Pan" userId="1e19b5c7c6531b8a" providerId="LiveId" clId="{FABDA64D-9E92-4075-ABB8-E7B1B4669D72}" dt="2025-02-25T16:34:24.493" v="4568" actId="478"/>
          <ac:picMkLst>
            <pc:docMk/>
            <pc:sldMk cId="3064760845" sldId="256"/>
            <ac:picMk id="32" creationId="{91F4DF48-4901-AFA5-CE2C-EB18C6C5915E}"/>
          </ac:picMkLst>
        </pc:picChg>
        <pc:picChg chg="add del mod">
          <ac:chgData name="Jeff Pan" userId="1e19b5c7c6531b8a" providerId="LiveId" clId="{FABDA64D-9E92-4075-ABB8-E7B1B4669D72}" dt="2025-02-25T16:34:04.260" v="4563" actId="478"/>
          <ac:picMkLst>
            <pc:docMk/>
            <pc:sldMk cId="3064760845" sldId="256"/>
            <ac:picMk id="34" creationId="{09E0BB88-D036-3904-AE36-91DF32BF4D45}"/>
          </ac:picMkLst>
        </pc:picChg>
        <pc:picChg chg="add del mod">
          <ac:chgData name="Jeff Pan" userId="1e19b5c7c6531b8a" providerId="LiveId" clId="{FABDA64D-9E92-4075-ABB8-E7B1B4669D72}" dt="2025-02-24T23:57:25.566" v="3846" actId="478"/>
          <ac:picMkLst>
            <pc:docMk/>
            <pc:sldMk cId="3064760845" sldId="256"/>
            <ac:picMk id="35" creationId="{AC515F97-C6AF-4325-3C5D-5885B6470E0D}"/>
          </ac:picMkLst>
        </pc:picChg>
        <pc:picChg chg="add">
          <ac:chgData name="Jeff Pan" userId="1e19b5c7c6531b8a" providerId="LiveId" clId="{FABDA64D-9E92-4075-ABB8-E7B1B4669D72}" dt="2025-02-24T04:01:25.340" v="23"/>
          <ac:picMkLst>
            <pc:docMk/>
            <pc:sldMk cId="3064760845" sldId="256"/>
            <ac:picMk id="1026" creationId="{92AE1EA5-886E-67C3-B5E5-B4937BE2951D}"/>
          </ac:picMkLst>
        </pc:picChg>
        <pc:picChg chg="add">
          <ac:chgData name="Jeff Pan" userId="1e19b5c7c6531b8a" providerId="LiveId" clId="{FABDA64D-9E92-4075-ABB8-E7B1B4669D72}" dt="2025-02-24T04:01:25.340" v="23"/>
          <ac:picMkLst>
            <pc:docMk/>
            <pc:sldMk cId="3064760845" sldId="256"/>
            <ac:picMk id="1027" creationId="{4A0965D8-6565-37E2-64C1-3039B68F4D4F}"/>
          </ac:picMkLst>
        </pc:picChg>
        <pc:picChg chg="add del mod">
          <ac:chgData name="Jeff Pan" userId="1e19b5c7c6531b8a" providerId="LiveId" clId="{FABDA64D-9E92-4075-ABB8-E7B1B4669D72}" dt="2025-02-24T05:52:35.305" v="612" actId="478"/>
          <ac:picMkLst>
            <pc:docMk/>
            <pc:sldMk cId="3064760845" sldId="256"/>
            <ac:picMk id="1028" creationId="{794DB704-6718-0C85-5379-3C3EFC7B252D}"/>
          </ac:picMkLst>
        </pc:picChg>
        <pc:picChg chg="add">
          <ac:chgData name="Jeff Pan" userId="1e19b5c7c6531b8a" providerId="LiveId" clId="{FABDA64D-9E92-4075-ABB8-E7B1B4669D72}" dt="2025-02-24T04:01:25.340" v="23"/>
          <ac:picMkLst>
            <pc:docMk/>
            <pc:sldMk cId="3064760845" sldId="256"/>
            <ac:picMk id="1028" creationId="{A6353A6E-8594-7C01-644B-92016E377FF0}"/>
          </ac:picMkLst>
        </pc:picChg>
        <pc:picChg chg="add">
          <ac:chgData name="Jeff Pan" userId="1e19b5c7c6531b8a" providerId="LiveId" clId="{FABDA64D-9E92-4075-ABB8-E7B1B4669D72}" dt="2025-02-24T04:01:25.340" v="23"/>
          <ac:picMkLst>
            <pc:docMk/>
            <pc:sldMk cId="3064760845" sldId="256"/>
            <ac:picMk id="1029" creationId="{ACBE71BF-20BD-EB40-67BD-7519DA341077}"/>
          </ac:picMkLst>
        </pc:picChg>
        <pc:picChg chg="add">
          <ac:chgData name="Jeff Pan" userId="1e19b5c7c6531b8a" providerId="LiveId" clId="{FABDA64D-9E92-4075-ABB8-E7B1B4669D72}" dt="2025-02-24T04:01:25.340" v="23"/>
          <ac:picMkLst>
            <pc:docMk/>
            <pc:sldMk cId="3064760845" sldId="256"/>
            <ac:picMk id="1030" creationId="{6E5F5100-3A1E-FC83-5F70-47B7913E7EF0}"/>
          </ac:picMkLst>
        </pc:picChg>
        <pc:picChg chg="add mod">
          <ac:chgData name="Jeff Pan" userId="1e19b5c7c6531b8a" providerId="LiveId" clId="{FABDA64D-9E92-4075-ABB8-E7B1B4669D72}" dt="2025-02-25T16:39:15.941" v="4634" actId="1076"/>
          <ac:picMkLst>
            <pc:docMk/>
            <pc:sldMk cId="3064760845" sldId="256"/>
            <ac:picMk id="1030" creationId="{D11C7C8D-0832-5B4F-20A7-E4ADC85C2AF3}"/>
          </ac:picMkLst>
        </pc:picChg>
        <pc:picChg chg="add">
          <ac:chgData name="Jeff Pan" userId="1e19b5c7c6531b8a" providerId="LiveId" clId="{FABDA64D-9E92-4075-ABB8-E7B1B4669D72}" dt="2025-02-24T04:01:25.340" v="23"/>
          <ac:picMkLst>
            <pc:docMk/>
            <pc:sldMk cId="3064760845" sldId="256"/>
            <ac:picMk id="1031" creationId="{200C7542-0A8B-6B1E-E6A1-382DC7A3A58C}"/>
          </ac:picMkLst>
        </pc:picChg>
        <pc:picChg chg="add">
          <ac:chgData name="Jeff Pan" userId="1e19b5c7c6531b8a" providerId="LiveId" clId="{FABDA64D-9E92-4075-ABB8-E7B1B4669D72}" dt="2025-02-24T04:01:25.340" v="23"/>
          <ac:picMkLst>
            <pc:docMk/>
            <pc:sldMk cId="3064760845" sldId="256"/>
            <ac:picMk id="1032" creationId="{832C9AA4-BDD2-ACAB-AFC6-44C1799E1E1F}"/>
          </ac:picMkLst>
        </pc:picChg>
        <pc:picChg chg="add mod">
          <ac:chgData name="Jeff Pan" userId="1e19b5c7c6531b8a" providerId="LiveId" clId="{FABDA64D-9E92-4075-ABB8-E7B1B4669D72}" dt="2025-02-24T20:03:13.277" v="3635" actId="962"/>
          <ac:picMkLst>
            <pc:docMk/>
            <pc:sldMk cId="3064760845" sldId="256"/>
            <ac:picMk id="1032" creationId="{94CF6A56-7150-9E8F-C2E7-B8ADA8BAC32D}"/>
          </ac:picMkLst>
        </pc:picChg>
        <pc:picChg chg="add">
          <ac:chgData name="Jeff Pan" userId="1e19b5c7c6531b8a" providerId="LiveId" clId="{FABDA64D-9E92-4075-ABB8-E7B1B4669D72}" dt="2025-02-24T04:01:25.340" v="23"/>
          <ac:picMkLst>
            <pc:docMk/>
            <pc:sldMk cId="3064760845" sldId="256"/>
            <ac:picMk id="1033" creationId="{9738A2A4-B614-85D8-FC28-F0129910E990}"/>
          </ac:picMkLst>
        </pc:picChg>
        <pc:picChg chg="add mod">
          <ac:chgData name="Jeff Pan" userId="1e19b5c7c6531b8a" providerId="LiveId" clId="{FABDA64D-9E92-4075-ABB8-E7B1B4669D72}" dt="2025-02-24T04:01:37.846" v="28" actId="1076"/>
          <ac:picMkLst>
            <pc:docMk/>
            <pc:sldMk cId="3064760845" sldId="256"/>
            <ac:picMk id="1035" creationId="{CA5D47D9-169A-5276-2831-BA38AF28D729}"/>
          </ac:picMkLst>
        </pc:picChg>
        <pc:picChg chg="add mod">
          <ac:chgData name="Jeff Pan" userId="1e19b5c7c6531b8a" providerId="LiveId" clId="{FABDA64D-9E92-4075-ABB8-E7B1B4669D72}" dt="2025-02-24T04:01:37.846" v="28" actId="1076"/>
          <ac:picMkLst>
            <pc:docMk/>
            <pc:sldMk cId="3064760845" sldId="256"/>
            <ac:picMk id="1036" creationId="{3CAAEFA9-B220-7A7C-1000-1B0CD2CA9516}"/>
          </ac:picMkLst>
        </pc:picChg>
        <pc:picChg chg="add mod">
          <ac:chgData name="Jeff Pan" userId="1e19b5c7c6531b8a" providerId="LiveId" clId="{FABDA64D-9E92-4075-ABB8-E7B1B4669D72}" dt="2025-02-24T04:01:37.846" v="28" actId="1076"/>
          <ac:picMkLst>
            <pc:docMk/>
            <pc:sldMk cId="3064760845" sldId="256"/>
            <ac:picMk id="1037" creationId="{E2135FA2-8BFB-AB65-B514-7F197B906BED}"/>
          </ac:picMkLst>
        </pc:picChg>
        <pc:cxnChg chg="add del mod">
          <ac:chgData name="Jeff Pan" userId="1e19b5c7c6531b8a" providerId="LiveId" clId="{FABDA64D-9E92-4075-ABB8-E7B1B4669D72}" dt="2025-02-24T04:01:20.215" v="18" actId="478"/>
          <ac:cxnSpMkLst>
            <pc:docMk/>
            <pc:sldMk cId="3064760845" sldId="256"/>
            <ac:cxnSpMk id="4" creationId="{D57450B9-9B2A-0CF8-A70F-9016502D7512}"/>
          </ac:cxnSpMkLst>
        </pc:cxnChg>
        <pc:cxnChg chg="add mod">
          <ac:chgData name="Jeff Pan" userId="1e19b5c7c6531b8a" providerId="LiveId" clId="{FABDA64D-9E92-4075-ABB8-E7B1B4669D72}" dt="2025-02-24T04:02:17.137" v="40"/>
          <ac:cxnSpMkLst>
            <pc:docMk/>
            <pc:sldMk cId="3064760845" sldId="256"/>
            <ac:cxnSpMk id="20" creationId="{89A1D9C7-3088-FBA7-4645-00754469A333}"/>
          </ac:cxnSpMkLst>
        </pc:cxnChg>
        <pc:cxnChg chg="add mod">
          <ac:chgData name="Jeff Pan" userId="1e19b5c7c6531b8a" providerId="LiveId" clId="{FABDA64D-9E92-4075-ABB8-E7B1B4669D72}" dt="2025-02-24T04:02:18.256" v="42"/>
          <ac:cxnSpMkLst>
            <pc:docMk/>
            <pc:sldMk cId="3064760845" sldId="256"/>
            <ac:cxnSpMk id="21" creationId="{E2EB7F74-CABA-DF71-2168-05A0E58439AE}"/>
          </ac:cxnSpMkLst>
        </pc:cxnChg>
        <pc:cxnChg chg="add mod">
          <ac:chgData name="Jeff Pan" userId="1e19b5c7c6531b8a" providerId="LiveId" clId="{FABDA64D-9E92-4075-ABB8-E7B1B4669D72}" dt="2025-02-24T04:02:19.332" v="44"/>
          <ac:cxnSpMkLst>
            <pc:docMk/>
            <pc:sldMk cId="3064760845" sldId="256"/>
            <ac:cxnSpMk id="22" creationId="{C4D19295-30C7-6CC7-B117-211D678CEA52}"/>
          </ac:cxnSpMkLst>
        </pc:cxnChg>
        <pc:cxnChg chg="add mod">
          <ac:chgData name="Jeff Pan" userId="1e19b5c7c6531b8a" providerId="LiveId" clId="{FABDA64D-9E92-4075-ABB8-E7B1B4669D72}" dt="2025-02-25T02:26:38.526" v="3858" actId="1076"/>
          <ac:cxnSpMkLst>
            <pc:docMk/>
            <pc:sldMk cId="3064760845" sldId="256"/>
            <ac:cxnSpMk id="23" creationId="{E9F3B06F-FE7F-0CB0-3C4F-04296AAE1503}"/>
          </ac:cxnSpMkLst>
        </pc:cxnChg>
        <pc:cxnChg chg="add mod">
          <ac:chgData name="Jeff Pan" userId="1e19b5c7c6531b8a" providerId="LiveId" clId="{FABDA64D-9E92-4075-ABB8-E7B1B4669D72}" dt="2025-02-24T05:56:14.235" v="676" actId="14100"/>
          <ac:cxnSpMkLst>
            <pc:docMk/>
            <pc:sldMk cId="3064760845" sldId="256"/>
            <ac:cxnSpMk id="24" creationId="{8166469B-9C52-51F8-47E3-F642592D2947}"/>
          </ac:cxnSpMkLst>
        </pc:cxnChg>
      </pc:sldChg>
      <pc:sldChg chg="modSp del mod">
        <pc:chgData name="Jeff Pan" userId="1e19b5c7c6531b8a" providerId="LiveId" clId="{FABDA64D-9E92-4075-ABB8-E7B1B4669D72}" dt="2025-02-25T02:51:50.572" v="4561" actId="2696"/>
        <pc:sldMkLst>
          <pc:docMk/>
          <pc:sldMk cId="3677105919" sldId="257"/>
        </pc:sldMkLst>
        <pc:picChg chg="mod">
          <ac:chgData name="Jeff Pan" userId="1e19b5c7c6531b8a" providerId="LiveId" clId="{FABDA64D-9E92-4075-ABB8-E7B1B4669D72}" dt="2025-02-24T04:29:05.975" v="501" actId="14100"/>
          <ac:picMkLst>
            <pc:docMk/>
            <pc:sldMk cId="3677105919" sldId="257"/>
            <ac:picMk id="4" creationId="{4F1CE3C0-AF7F-0602-1308-24F157CEC7CF}"/>
          </ac:picMkLst>
        </pc:picChg>
      </pc:sldChg>
      <pc:sldChg chg="modSp add del mod">
        <pc:chgData name="Jeff Pan" userId="1e19b5c7c6531b8a" providerId="LiveId" clId="{FABDA64D-9E92-4075-ABB8-E7B1B4669D72}" dt="2025-02-25T02:51:57.210" v="4562" actId="2696"/>
        <pc:sldMkLst>
          <pc:docMk/>
          <pc:sldMk cId="2808193252" sldId="258"/>
        </pc:sldMkLst>
        <pc:spChg chg="mod">
          <ac:chgData name="Jeff Pan" userId="1e19b5c7c6531b8a" providerId="LiveId" clId="{FABDA64D-9E92-4075-ABB8-E7B1B4669D72}" dt="2025-02-24T19:07:43.024" v="2501" actId="1076"/>
          <ac:spMkLst>
            <pc:docMk/>
            <pc:sldMk cId="2808193252" sldId="258"/>
            <ac:spMk id="2" creationId="{23B9CF64-8F10-3DEB-737B-77B06DC93ABB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6A3A3A-F046-46B7-AB30-656DBACC10AF}" type="datetimeFigureOut">
              <a:rPr lang="en-US" smtClean="0"/>
              <a:t>4/10/25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AEF78C-8154-46C3-A304-1898F7DD47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4760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AEEF9-7578-433F-ACA7-67A4266BF312}" type="datetimeFigureOut">
              <a:rPr lang="en-US" smtClean="0"/>
              <a:t>4/10/25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38250" y="685800"/>
            <a:ext cx="43815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9E23624-96B6-4836-88C0-3931AE0DBC0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9564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38912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58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54680" y="10226042"/>
            <a:ext cx="35753040" cy="7056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09360" y="18653760"/>
            <a:ext cx="29443680" cy="84124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030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2060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3091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4121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5152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6182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7213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8243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5903872-9004-B642-BC40-28308312DE72}"/>
              </a:ext>
            </a:extLst>
          </p:cNvPr>
          <p:cNvSpPr/>
          <p:nvPr userDrawn="1"/>
        </p:nvSpPr>
        <p:spPr>
          <a:xfrm>
            <a:off x="0" y="-76200"/>
            <a:ext cx="42062400" cy="3200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F99F87-202D-7E4A-82CF-5C9A77BFE3E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39520" y="996604"/>
            <a:ext cx="10139680" cy="14223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A2CAD84-D99F-3748-AF2C-8B1FE58D1D6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8651200" y="1197942"/>
            <a:ext cx="11684000" cy="1019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000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3120" y="3048000"/>
            <a:ext cx="37856160" cy="37566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389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22640" y="21153122"/>
            <a:ext cx="35753040" cy="6537960"/>
          </a:xfrm>
        </p:spPr>
        <p:txBody>
          <a:bodyPr anchor="t"/>
          <a:lstStyle>
            <a:lvl1pPr algn="l">
              <a:defRPr sz="18399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22640" y="13952226"/>
            <a:ext cx="35753040" cy="7200898"/>
          </a:xfrm>
        </p:spPr>
        <p:txBody>
          <a:bodyPr anchor="b"/>
          <a:lstStyle>
            <a:lvl1pPr marL="0" indent="0">
              <a:buNone/>
              <a:defRPr sz="9200">
                <a:solidFill>
                  <a:schemeClr val="tx1">
                    <a:tint val="75000"/>
                  </a:schemeClr>
                </a:solidFill>
              </a:defRPr>
            </a:lvl1pPr>
            <a:lvl2pPr marL="2103047" indent="0">
              <a:buNone/>
              <a:defRPr sz="8241">
                <a:solidFill>
                  <a:schemeClr val="tx1">
                    <a:tint val="75000"/>
                  </a:schemeClr>
                </a:solidFill>
              </a:defRPr>
            </a:lvl2pPr>
            <a:lvl3pPr marL="4206094" indent="0">
              <a:buNone/>
              <a:defRPr sz="7379">
                <a:solidFill>
                  <a:schemeClr val="tx1">
                    <a:tint val="75000"/>
                  </a:schemeClr>
                </a:solidFill>
              </a:defRPr>
            </a:lvl3pPr>
            <a:lvl4pPr marL="6309141" indent="0">
              <a:buNone/>
              <a:defRPr sz="6421">
                <a:solidFill>
                  <a:schemeClr val="tx1">
                    <a:tint val="75000"/>
                  </a:schemeClr>
                </a:solidFill>
              </a:defRPr>
            </a:lvl4pPr>
            <a:lvl5pPr marL="8412187" indent="0">
              <a:buNone/>
              <a:defRPr sz="6421">
                <a:solidFill>
                  <a:schemeClr val="tx1">
                    <a:tint val="75000"/>
                  </a:schemeClr>
                </a:solidFill>
              </a:defRPr>
            </a:lvl5pPr>
            <a:lvl6pPr marL="10515234" indent="0">
              <a:buNone/>
              <a:defRPr sz="6421">
                <a:solidFill>
                  <a:schemeClr val="tx1">
                    <a:tint val="75000"/>
                  </a:schemeClr>
                </a:solidFill>
              </a:defRPr>
            </a:lvl6pPr>
            <a:lvl7pPr marL="12618281" indent="0">
              <a:buNone/>
              <a:defRPr sz="6421">
                <a:solidFill>
                  <a:schemeClr val="tx1">
                    <a:tint val="75000"/>
                  </a:schemeClr>
                </a:solidFill>
              </a:defRPr>
            </a:lvl7pPr>
            <a:lvl8pPr marL="14721328" indent="0">
              <a:buNone/>
              <a:defRPr sz="6421">
                <a:solidFill>
                  <a:schemeClr val="tx1">
                    <a:tint val="75000"/>
                  </a:schemeClr>
                </a:solidFill>
              </a:defRPr>
            </a:lvl8pPr>
            <a:lvl9pPr marL="16824375" indent="0">
              <a:buNone/>
              <a:defRPr sz="642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4905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03120" y="7680964"/>
            <a:ext cx="18577560" cy="21724622"/>
          </a:xfrm>
        </p:spPr>
        <p:txBody>
          <a:bodyPr/>
          <a:lstStyle>
            <a:lvl1pPr>
              <a:defRPr sz="12841"/>
            </a:lvl1pPr>
            <a:lvl2pPr>
              <a:defRPr sz="11020"/>
            </a:lvl2pPr>
            <a:lvl3pPr>
              <a:defRPr sz="9200"/>
            </a:lvl3pPr>
            <a:lvl4pPr>
              <a:defRPr sz="8241"/>
            </a:lvl4pPr>
            <a:lvl5pPr>
              <a:defRPr sz="8241"/>
            </a:lvl5pPr>
            <a:lvl6pPr>
              <a:defRPr sz="8241"/>
            </a:lvl6pPr>
            <a:lvl7pPr>
              <a:defRPr sz="8241"/>
            </a:lvl7pPr>
            <a:lvl8pPr>
              <a:defRPr sz="8241"/>
            </a:lvl8pPr>
            <a:lvl9pPr>
              <a:defRPr sz="824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381720" y="7680964"/>
            <a:ext cx="18577560" cy="21724622"/>
          </a:xfrm>
        </p:spPr>
        <p:txBody>
          <a:bodyPr/>
          <a:lstStyle>
            <a:lvl1pPr>
              <a:defRPr sz="12841"/>
            </a:lvl1pPr>
            <a:lvl2pPr>
              <a:defRPr sz="11020"/>
            </a:lvl2pPr>
            <a:lvl3pPr>
              <a:defRPr sz="9200"/>
            </a:lvl3pPr>
            <a:lvl4pPr>
              <a:defRPr sz="8241"/>
            </a:lvl4pPr>
            <a:lvl5pPr>
              <a:defRPr sz="8241"/>
            </a:lvl5pPr>
            <a:lvl6pPr>
              <a:defRPr sz="8241"/>
            </a:lvl6pPr>
            <a:lvl7pPr>
              <a:defRPr sz="8241"/>
            </a:lvl7pPr>
            <a:lvl8pPr>
              <a:defRPr sz="8241"/>
            </a:lvl8pPr>
            <a:lvl9pPr>
              <a:defRPr sz="8241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5714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3123" y="7368543"/>
            <a:ext cx="18584865" cy="3070858"/>
          </a:xfrm>
        </p:spPr>
        <p:txBody>
          <a:bodyPr anchor="b"/>
          <a:lstStyle>
            <a:lvl1pPr marL="0" indent="0">
              <a:buNone/>
              <a:defRPr sz="11020" b="1"/>
            </a:lvl1pPr>
            <a:lvl2pPr marL="2103047" indent="0">
              <a:buNone/>
              <a:defRPr sz="9200" b="1"/>
            </a:lvl2pPr>
            <a:lvl3pPr marL="4206094" indent="0">
              <a:buNone/>
              <a:defRPr sz="8241" b="1"/>
            </a:lvl3pPr>
            <a:lvl4pPr marL="6309141" indent="0">
              <a:buNone/>
              <a:defRPr sz="7379" b="1"/>
            </a:lvl4pPr>
            <a:lvl5pPr marL="8412187" indent="0">
              <a:buNone/>
              <a:defRPr sz="7379" b="1"/>
            </a:lvl5pPr>
            <a:lvl6pPr marL="10515234" indent="0">
              <a:buNone/>
              <a:defRPr sz="7379" b="1"/>
            </a:lvl6pPr>
            <a:lvl7pPr marL="12618281" indent="0">
              <a:buNone/>
              <a:defRPr sz="7379" b="1"/>
            </a:lvl7pPr>
            <a:lvl8pPr marL="14721328" indent="0">
              <a:buNone/>
              <a:defRPr sz="7379" b="1"/>
            </a:lvl8pPr>
            <a:lvl9pPr marL="16824375" indent="0">
              <a:buNone/>
              <a:defRPr sz="737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03123" y="10439401"/>
            <a:ext cx="18584865" cy="18966182"/>
          </a:xfrm>
        </p:spPr>
        <p:txBody>
          <a:bodyPr/>
          <a:lstStyle>
            <a:lvl1pPr>
              <a:defRPr sz="11020"/>
            </a:lvl1pPr>
            <a:lvl2pPr>
              <a:defRPr sz="9200"/>
            </a:lvl2pPr>
            <a:lvl3pPr>
              <a:defRPr sz="8241"/>
            </a:lvl3pPr>
            <a:lvl4pPr>
              <a:defRPr sz="7379"/>
            </a:lvl4pPr>
            <a:lvl5pPr>
              <a:defRPr sz="7379"/>
            </a:lvl5pPr>
            <a:lvl6pPr>
              <a:defRPr sz="7379"/>
            </a:lvl6pPr>
            <a:lvl7pPr>
              <a:defRPr sz="7379"/>
            </a:lvl7pPr>
            <a:lvl8pPr>
              <a:defRPr sz="7379"/>
            </a:lvl8pPr>
            <a:lvl9pPr>
              <a:defRPr sz="737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367118" y="7368543"/>
            <a:ext cx="18592165" cy="3070858"/>
          </a:xfrm>
        </p:spPr>
        <p:txBody>
          <a:bodyPr anchor="b"/>
          <a:lstStyle>
            <a:lvl1pPr marL="0" indent="0">
              <a:buNone/>
              <a:defRPr sz="11020" b="1"/>
            </a:lvl1pPr>
            <a:lvl2pPr marL="2103047" indent="0">
              <a:buNone/>
              <a:defRPr sz="9200" b="1"/>
            </a:lvl2pPr>
            <a:lvl3pPr marL="4206094" indent="0">
              <a:buNone/>
              <a:defRPr sz="8241" b="1"/>
            </a:lvl3pPr>
            <a:lvl4pPr marL="6309141" indent="0">
              <a:buNone/>
              <a:defRPr sz="7379" b="1"/>
            </a:lvl4pPr>
            <a:lvl5pPr marL="8412187" indent="0">
              <a:buNone/>
              <a:defRPr sz="7379" b="1"/>
            </a:lvl5pPr>
            <a:lvl6pPr marL="10515234" indent="0">
              <a:buNone/>
              <a:defRPr sz="7379" b="1"/>
            </a:lvl6pPr>
            <a:lvl7pPr marL="12618281" indent="0">
              <a:buNone/>
              <a:defRPr sz="7379" b="1"/>
            </a:lvl7pPr>
            <a:lvl8pPr marL="14721328" indent="0">
              <a:buNone/>
              <a:defRPr sz="7379" b="1"/>
            </a:lvl8pPr>
            <a:lvl9pPr marL="16824375" indent="0">
              <a:buNone/>
              <a:defRPr sz="737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1367118" y="10439401"/>
            <a:ext cx="18592165" cy="18966182"/>
          </a:xfrm>
        </p:spPr>
        <p:txBody>
          <a:bodyPr/>
          <a:lstStyle>
            <a:lvl1pPr>
              <a:defRPr sz="11020"/>
            </a:lvl1pPr>
            <a:lvl2pPr>
              <a:defRPr sz="9200"/>
            </a:lvl2pPr>
            <a:lvl3pPr>
              <a:defRPr sz="8241"/>
            </a:lvl3pPr>
            <a:lvl4pPr>
              <a:defRPr sz="7379"/>
            </a:lvl4pPr>
            <a:lvl5pPr>
              <a:defRPr sz="7379"/>
            </a:lvl5pPr>
            <a:lvl6pPr>
              <a:defRPr sz="7379"/>
            </a:lvl6pPr>
            <a:lvl7pPr>
              <a:defRPr sz="7379"/>
            </a:lvl7pPr>
            <a:lvl8pPr>
              <a:defRPr sz="7379"/>
            </a:lvl8pPr>
            <a:lvl9pPr>
              <a:defRPr sz="737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31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7647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3231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3125" y="1310640"/>
            <a:ext cx="13838240" cy="5577840"/>
          </a:xfrm>
        </p:spPr>
        <p:txBody>
          <a:bodyPr anchor="b"/>
          <a:lstStyle>
            <a:lvl1pPr algn="l">
              <a:defRPr sz="9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445230" y="1310644"/>
            <a:ext cx="23514050" cy="28094942"/>
          </a:xfrm>
        </p:spPr>
        <p:txBody>
          <a:bodyPr/>
          <a:lstStyle>
            <a:lvl1pPr>
              <a:defRPr sz="14758"/>
            </a:lvl1pPr>
            <a:lvl2pPr>
              <a:defRPr sz="12841"/>
            </a:lvl2pPr>
            <a:lvl3pPr>
              <a:defRPr sz="11020"/>
            </a:lvl3pPr>
            <a:lvl4pPr>
              <a:defRPr sz="9200"/>
            </a:lvl4pPr>
            <a:lvl5pPr>
              <a:defRPr sz="9200"/>
            </a:lvl5pPr>
            <a:lvl6pPr>
              <a:defRPr sz="9200"/>
            </a:lvl6pPr>
            <a:lvl7pPr>
              <a:defRPr sz="9200"/>
            </a:lvl7pPr>
            <a:lvl8pPr>
              <a:defRPr sz="9200"/>
            </a:lvl8pPr>
            <a:lvl9pPr>
              <a:defRPr sz="9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3125" y="6888484"/>
            <a:ext cx="13838240" cy="22517102"/>
          </a:xfrm>
        </p:spPr>
        <p:txBody>
          <a:bodyPr/>
          <a:lstStyle>
            <a:lvl1pPr marL="0" indent="0">
              <a:buNone/>
              <a:defRPr sz="6421"/>
            </a:lvl1pPr>
            <a:lvl2pPr marL="2103047" indent="0">
              <a:buNone/>
              <a:defRPr sz="5558"/>
            </a:lvl2pPr>
            <a:lvl3pPr marL="4206094" indent="0">
              <a:buNone/>
              <a:defRPr sz="4600"/>
            </a:lvl3pPr>
            <a:lvl4pPr marL="6309141" indent="0">
              <a:buNone/>
              <a:defRPr sz="4121"/>
            </a:lvl4pPr>
            <a:lvl5pPr marL="8412187" indent="0">
              <a:buNone/>
              <a:defRPr sz="4121"/>
            </a:lvl5pPr>
            <a:lvl6pPr marL="10515234" indent="0">
              <a:buNone/>
              <a:defRPr sz="4121"/>
            </a:lvl6pPr>
            <a:lvl7pPr marL="12618281" indent="0">
              <a:buNone/>
              <a:defRPr sz="4121"/>
            </a:lvl7pPr>
            <a:lvl8pPr marL="14721328" indent="0">
              <a:buNone/>
              <a:defRPr sz="4121"/>
            </a:lvl8pPr>
            <a:lvl9pPr marL="16824375" indent="0">
              <a:buNone/>
              <a:defRPr sz="412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3443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44525" y="23042881"/>
            <a:ext cx="25237440" cy="2720342"/>
          </a:xfrm>
        </p:spPr>
        <p:txBody>
          <a:bodyPr anchor="b"/>
          <a:lstStyle>
            <a:lvl1pPr algn="l">
              <a:defRPr sz="9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244525" y="2941320"/>
            <a:ext cx="25237440" cy="19751040"/>
          </a:xfrm>
        </p:spPr>
        <p:txBody>
          <a:bodyPr/>
          <a:lstStyle>
            <a:lvl1pPr marL="0" indent="0">
              <a:buNone/>
              <a:defRPr sz="14758"/>
            </a:lvl1pPr>
            <a:lvl2pPr marL="2103047" indent="0">
              <a:buNone/>
              <a:defRPr sz="12841"/>
            </a:lvl2pPr>
            <a:lvl3pPr marL="4206094" indent="0">
              <a:buNone/>
              <a:defRPr sz="11020"/>
            </a:lvl3pPr>
            <a:lvl4pPr marL="6309141" indent="0">
              <a:buNone/>
              <a:defRPr sz="9200"/>
            </a:lvl4pPr>
            <a:lvl5pPr marL="8412187" indent="0">
              <a:buNone/>
              <a:defRPr sz="9200"/>
            </a:lvl5pPr>
            <a:lvl6pPr marL="10515234" indent="0">
              <a:buNone/>
              <a:defRPr sz="9200"/>
            </a:lvl6pPr>
            <a:lvl7pPr marL="12618281" indent="0">
              <a:buNone/>
              <a:defRPr sz="9200"/>
            </a:lvl7pPr>
            <a:lvl8pPr marL="14721328" indent="0">
              <a:buNone/>
              <a:defRPr sz="9200"/>
            </a:lvl8pPr>
            <a:lvl9pPr marL="16824375" indent="0">
              <a:buNone/>
              <a:defRPr sz="92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44525" y="25763223"/>
            <a:ext cx="25237440" cy="3863338"/>
          </a:xfrm>
        </p:spPr>
        <p:txBody>
          <a:bodyPr/>
          <a:lstStyle>
            <a:lvl1pPr marL="0" indent="0">
              <a:buNone/>
              <a:defRPr sz="6421"/>
            </a:lvl1pPr>
            <a:lvl2pPr marL="2103047" indent="0">
              <a:buNone/>
              <a:defRPr sz="5558"/>
            </a:lvl2pPr>
            <a:lvl3pPr marL="4206094" indent="0">
              <a:buNone/>
              <a:defRPr sz="4600"/>
            </a:lvl3pPr>
            <a:lvl4pPr marL="6309141" indent="0">
              <a:buNone/>
              <a:defRPr sz="4121"/>
            </a:lvl4pPr>
            <a:lvl5pPr marL="8412187" indent="0">
              <a:buNone/>
              <a:defRPr sz="4121"/>
            </a:lvl5pPr>
            <a:lvl6pPr marL="10515234" indent="0">
              <a:buNone/>
              <a:defRPr sz="4121"/>
            </a:lvl6pPr>
            <a:lvl7pPr marL="12618281" indent="0">
              <a:buNone/>
              <a:defRPr sz="4121"/>
            </a:lvl7pPr>
            <a:lvl8pPr marL="14721328" indent="0">
              <a:buNone/>
              <a:defRPr sz="4121"/>
            </a:lvl8pPr>
            <a:lvl9pPr marL="16824375" indent="0">
              <a:buNone/>
              <a:defRPr sz="412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4623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2561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0495240" y="1318265"/>
            <a:ext cx="9464040" cy="2808732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3120" y="1318265"/>
            <a:ext cx="27691080" cy="2808732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003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03120" y="1318262"/>
            <a:ext cx="37856160" cy="5486400"/>
          </a:xfrm>
          <a:prstGeom prst="rect">
            <a:avLst/>
          </a:prstGeom>
        </p:spPr>
        <p:txBody>
          <a:bodyPr vert="horz" lIns="438912" tIns="219456" rIns="438912" bIns="219456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3120" y="7680964"/>
            <a:ext cx="37856160" cy="21724622"/>
          </a:xfrm>
          <a:prstGeom prst="rect">
            <a:avLst/>
          </a:prstGeom>
        </p:spPr>
        <p:txBody>
          <a:bodyPr vert="horz" lIns="438912" tIns="219456" rIns="438912" bIns="219456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03120" y="30510482"/>
            <a:ext cx="9814560" cy="17526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l">
              <a:defRPr sz="55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E1524C-2386-4A77-AA3F-47DF77D98E67}" type="datetimeFigureOut">
              <a:rPr lang="en-US" smtClean="0"/>
              <a:t>4/10/25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371320" y="30510482"/>
            <a:ext cx="13319760" cy="17526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ctr">
              <a:defRPr sz="55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144720" y="30510482"/>
            <a:ext cx="9814560" cy="17526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r">
              <a:defRPr sz="55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C0857A-08FC-4098-8B90-E25E1691C69A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-8022"/>
            <a:ext cx="42062400" cy="308610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241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47613778-1994-7F4E-957C-2C13E92676E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11175" y="-674973"/>
            <a:ext cx="13875165" cy="5354722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83D97CA-2D64-7045-A598-731D03607CFB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63375" y="1066801"/>
            <a:ext cx="16007080" cy="1434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4330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206094" rtl="0" eaLnBrk="1" latinLnBrk="0" hangingPunct="1">
        <a:spcBef>
          <a:spcPct val="0"/>
        </a:spcBef>
        <a:buNone/>
        <a:defRPr sz="202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77285" indent="-1577285" algn="l" defTabSz="4206094" rtl="0" eaLnBrk="1" latinLnBrk="0" hangingPunct="1">
        <a:spcBef>
          <a:spcPct val="20000"/>
        </a:spcBef>
        <a:buFont typeface="Arial" pitchFamily="34" charset="0"/>
        <a:buChar char="•"/>
        <a:defRPr sz="14758" kern="1200">
          <a:solidFill>
            <a:schemeClr val="tx1"/>
          </a:solidFill>
          <a:latin typeface="+mn-lt"/>
          <a:ea typeface="+mn-ea"/>
          <a:cs typeface="+mn-cs"/>
        </a:defRPr>
      </a:lvl1pPr>
      <a:lvl2pPr marL="3417451" indent="-1314404" algn="l" defTabSz="4206094" rtl="0" eaLnBrk="1" latinLnBrk="0" hangingPunct="1">
        <a:spcBef>
          <a:spcPct val="20000"/>
        </a:spcBef>
        <a:buFont typeface="Arial" pitchFamily="34" charset="0"/>
        <a:buChar char="–"/>
        <a:defRPr sz="12841" kern="1200">
          <a:solidFill>
            <a:schemeClr val="tx1"/>
          </a:solidFill>
          <a:latin typeface="+mn-lt"/>
          <a:ea typeface="+mn-ea"/>
          <a:cs typeface="+mn-cs"/>
        </a:defRPr>
      </a:lvl2pPr>
      <a:lvl3pPr marL="5257617" indent="-1051523" algn="l" defTabSz="4206094" rtl="0" eaLnBrk="1" latinLnBrk="0" hangingPunct="1">
        <a:spcBef>
          <a:spcPct val="20000"/>
        </a:spcBef>
        <a:buFont typeface="Arial" pitchFamily="34" charset="0"/>
        <a:buChar char="•"/>
        <a:defRPr sz="11020" kern="1200">
          <a:solidFill>
            <a:schemeClr val="tx1"/>
          </a:solidFill>
          <a:latin typeface="+mn-lt"/>
          <a:ea typeface="+mn-ea"/>
          <a:cs typeface="+mn-cs"/>
        </a:defRPr>
      </a:lvl3pPr>
      <a:lvl4pPr marL="7360664" indent="-1051523" algn="l" defTabSz="4206094" rtl="0" eaLnBrk="1" latinLnBrk="0" hangingPunct="1">
        <a:spcBef>
          <a:spcPct val="20000"/>
        </a:spcBef>
        <a:buFont typeface="Arial" pitchFamily="34" charset="0"/>
        <a:buChar char="–"/>
        <a:defRPr sz="9200" kern="1200">
          <a:solidFill>
            <a:schemeClr val="tx1"/>
          </a:solidFill>
          <a:latin typeface="+mn-lt"/>
          <a:ea typeface="+mn-ea"/>
          <a:cs typeface="+mn-cs"/>
        </a:defRPr>
      </a:lvl4pPr>
      <a:lvl5pPr marL="9463711" indent="-1051523" algn="l" defTabSz="4206094" rtl="0" eaLnBrk="1" latinLnBrk="0" hangingPunct="1">
        <a:spcBef>
          <a:spcPct val="20000"/>
        </a:spcBef>
        <a:buFont typeface="Arial" pitchFamily="34" charset="0"/>
        <a:buChar char="»"/>
        <a:defRPr sz="9200" kern="1200">
          <a:solidFill>
            <a:schemeClr val="tx1"/>
          </a:solidFill>
          <a:latin typeface="+mn-lt"/>
          <a:ea typeface="+mn-ea"/>
          <a:cs typeface="+mn-cs"/>
        </a:defRPr>
      </a:lvl5pPr>
      <a:lvl6pPr marL="11566758" indent="-1051523" algn="l" defTabSz="4206094" rtl="0" eaLnBrk="1" latinLnBrk="0" hangingPunct="1">
        <a:spcBef>
          <a:spcPct val="20000"/>
        </a:spcBef>
        <a:buFont typeface="Arial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6pPr>
      <a:lvl7pPr marL="13669805" indent="-1051523" algn="l" defTabSz="4206094" rtl="0" eaLnBrk="1" latinLnBrk="0" hangingPunct="1">
        <a:spcBef>
          <a:spcPct val="20000"/>
        </a:spcBef>
        <a:buFont typeface="Arial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7pPr>
      <a:lvl8pPr marL="15772851" indent="-1051523" algn="l" defTabSz="4206094" rtl="0" eaLnBrk="1" latinLnBrk="0" hangingPunct="1">
        <a:spcBef>
          <a:spcPct val="20000"/>
        </a:spcBef>
        <a:buFont typeface="Arial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8pPr>
      <a:lvl9pPr marL="17875898" indent="-1051523" algn="l" defTabSz="4206094" rtl="0" eaLnBrk="1" latinLnBrk="0" hangingPunct="1">
        <a:spcBef>
          <a:spcPct val="20000"/>
        </a:spcBef>
        <a:buFont typeface="Arial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206094" rtl="0" eaLnBrk="1" latinLnBrk="0" hangingPunct="1">
        <a:defRPr sz="8241" kern="1200">
          <a:solidFill>
            <a:schemeClr val="tx1"/>
          </a:solidFill>
          <a:latin typeface="+mn-lt"/>
          <a:ea typeface="+mn-ea"/>
          <a:cs typeface="+mn-cs"/>
        </a:defRPr>
      </a:lvl1pPr>
      <a:lvl2pPr marL="2103047" algn="l" defTabSz="4206094" rtl="0" eaLnBrk="1" latinLnBrk="0" hangingPunct="1">
        <a:defRPr sz="8241" kern="1200">
          <a:solidFill>
            <a:schemeClr val="tx1"/>
          </a:solidFill>
          <a:latin typeface="+mn-lt"/>
          <a:ea typeface="+mn-ea"/>
          <a:cs typeface="+mn-cs"/>
        </a:defRPr>
      </a:lvl2pPr>
      <a:lvl3pPr marL="4206094" algn="l" defTabSz="4206094" rtl="0" eaLnBrk="1" latinLnBrk="0" hangingPunct="1">
        <a:defRPr sz="8241" kern="1200">
          <a:solidFill>
            <a:schemeClr val="tx1"/>
          </a:solidFill>
          <a:latin typeface="+mn-lt"/>
          <a:ea typeface="+mn-ea"/>
          <a:cs typeface="+mn-cs"/>
        </a:defRPr>
      </a:lvl3pPr>
      <a:lvl4pPr marL="6309141" algn="l" defTabSz="4206094" rtl="0" eaLnBrk="1" latinLnBrk="0" hangingPunct="1">
        <a:defRPr sz="8241" kern="1200">
          <a:solidFill>
            <a:schemeClr val="tx1"/>
          </a:solidFill>
          <a:latin typeface="+mn-lt"/>
          <a:ea typeface="+mn-ea"/>
          <a:cs typeface="+mn-cs"/>
        </a:defRPr>
      </a:lvl4pPr>
      <a:lvl5pPr marL="8412187" algn="l" defTabSz="4206094" rtl="0" eaLnBrk="1" latinLnBrk="0" hangingPunct="1">
        <a:defRPr sz="8241" kern="1200">
          <a:solidFill>
            <a:schemeClr val="tx1"/>
          </a:solidFill>
          <a:latin typeface="+mn-lt"/>
          <a:ea typeface="+mn-ea"/>
          <a:cs typeface="+mn-cs"/>
        </a:defRPr>
      </a:lvl5pPr>
      <a:lvl6pPr marL="10515234" algn="l" defTabSz="4206094" rtl="0" eaLnBrk="1" latinLnBrk="0" hangingPunct="1">
        <a:defRPr sz="8241" kern="1200">
          <a:solidFill>
            <a:schemeClr val="tx1"/>
          </a:solidFill>
          <a:latin typeface="+mn-lt"/>
          <a:ea typeface="+mn-ea"/>
          <a:cs typeface="+mn-cs"/>
        </a:defRPr>
      </a:lvl6pPr>
      <a:lvl7pPr marL="12618281" algn="l" defTabSz="4206094" rtl="0" eaLnBrk="1" latinLnBrk="0" hangingPunct="1">
        <a:defRPr sz="8241" kern="1200">
          <a:solidFill>
            <a:schemeClr val="tx1"/>
          </a:solidFill>
          <a:latin typeface="+mn-lt"/>
          <a:ea typeface="+mn-ea"/>
          <a:cs typeface="+mn-cs"/>
        </a:defRPr>
      </a:lvl7pPr>
      <a:lvl8pPr marL="14721328" algn="l" defTabSz="4206094" rtl="0" eaLnBrk="1" latinLnBrk="0" hangingPunct="1">
        <a:defRPr sz="8241" kern="1200">
          <a:solidFill>
            <a:schemeClr val="tx1"/>
          </a:solidFill>
          <a:latin typeface="+mn-lt"/>
          <a:ea typeface="+mn-ea"/>
          <a:cs typeface="+mn-cs"/>
        </a:defRPr>
      </a:lvl8pPr>
      <a:lvl9pPr marL="16824375" algn="l" defTabSz="4206094" rtl="0" eaLnBrk="1" latinLnBrk="0" hangingPunct="1">
        <a:defRPr sz="82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11">
            <a:extLst>
              <a:ext uri="{FF2B5EF4-FFF2-40B4-BE49-F238E27FC236}">
                <a16:creationId xmlns:a16="http://schemas.microsoft.com/office/drawing/2014/main" id="{3AC76372-1984-9FB3-0921-DEC9E30EE511}"/>
              </a:ext>
            </a:extLst>
          </p:cNvPr>
          <p:cNvSpPr txBox="1"/>
          <p:nvPr/>
        </p:nvSpPr>
        <p:spPr>
          <a:xfrm>
            <a:off x="1899986" y="3657600"/>
            <a:ext cx="38262427" cy="2245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945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891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5836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77824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280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1673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3619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5564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8241" b="1" dirty="0">
                <a:latin typeface="Lato" panose="020F0502020204030203" pitchFamily="34" charset="77"/>
              </a:rPr>
              <a:t>Predicting Wildfire Severity and Occurrences using MLP and CNN models</a:t>
            </a:r>
          </a:p>
          <a:p>
            <a:pPr algn="ctr"/>
            <a:r>
              <a:rPr lang="en-US" sz="5750" dirty="0">
                <a:latin typeface="Lato" panose="020F0502020204030203" pitchFamily="34" charset="77"/>
              </a:rPr>
              <a:t>Jeffrey Pan and Jocelyn Min</a:t>
            </a:r>
            <a:endParaRPr lang="en-US" sz="8241" dirty="0">
              <a:latin typeface="Lato" panose="020F0502020204030203" pitchFamily="34" charset="77"/>
            </a:endParaRPr>
          </a:p>
        </p:txBody>
      </p:sp>
      <p:sp>
        <p:nvSpPr>
          <p:cNvPr id="10" name="Shape 69">
            <a:extLst>
              <a:ext uri="{FF2B5EF4-FFF2-40B4-BE49-F238E27FC236}">
                <a16:creationId xmlns:a16="http://schemas.microsoft.com/office/drawing/2014/main" id="{E37930CC-5421-9577-55CC-CDB58C9812E6}"/>
              </a:ext>
            </a:extLst>
          </p:cNvPr>
          <p:cNvSpPr txBox="1"/>
          <p:nvPr/>
        </p:nvSpPr>
        <p:spPr>
          <a:xfrm>
            <a:off x="832061" y="6266466"/>
            <a:ext cx="9315615" cy="86038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lIns="72551" tIns="72551" rIns="72551" bIns="72551" anchor="t" anchorCtr="0">
            <a:noAutofit/>
          </a:bodyPr>
          <a:lstStyle>
            <a:defPPr>
              <a:defRPr lang="en-US"/>
            </a:defPPr>
            <a:lvl1pPr marL="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945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891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5836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77824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280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1673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3619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5564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778" b="1" dirty="0">
                <a:solidFill>
                  <a:srgbClr val="FFFFFF"/>
                </a:solidFill>
                <a:latin typeface="+mj-lt"/>
              </a:rPr>
              <a:t>Background</a:t>
            </a:r>
          </a:p>
        </p:txBody>
      </p:sp>
      <p:sp>
        <p:nvSpPr>
          <p:cNvPr id="14" name="Shape 68">
            <a:extLst>
              <a:ext uri="{FF2B5EF4-FFF2-40B4-BE49-F238E27FC236}">
                <a16:creationId xmlns:a16="http://schemas.microsoft.com/office/drawing/2014/main" id="{D5D17805-1F6F-B067-EF24-A91B26EE060A}"/>
              </a:ext>
            </a:extLst>
          </p:cNvPr>
          <p:cNvSpPr txBox="1"/>
          <p:nvPr/>
        </p:nvSpPr>
        <p:spPr>
          <a:xfrm>
            <a:off x="10424810" y="6266466"/>
            <a:ext cx="9580695" cy="860371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lIns="72551" tIns="72551" rIns="72551" bIns="72551" anchor="t" anchorCtr="0">
            <a:noAutofit/>
          </a:bodyPr>
          <a:lstStyle>
            <a:defPPr>
              <a:defRPr lang="en-US"/>
            </a:defPPr>
            <a:lvl1pPr marL="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945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891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5836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77824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280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1673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3619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5564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778" b="1" dirty="0">
                <a:solidFill>
                  <a:srgbClr val="FFFFFF"/>
                </a:solidFill>
                <a:latin typeface="+mj-lt"/>
              </a:rPr>
              <a:t>Purpose  and Objectives</a:t>
            </a:r>
          </a:p>
        </p:txBody>
      </p:sp>
      <p:sp>
        <p:nvSpPr>
          <p:cNvPr id="15" name="Shape 70">
            <a:extLst>
              <a:ext uri="{FF2B5EF4-FFF2-40B4-BE49-F238E27FC236}">
                <a16:creationId xmlns:a16="http://schemas.microsoft.com/office/drawing/2014/main" id="{1129EB91-8FF0-9AA1-0C74-E786E45389B8}"/>
              </a:ext>
            </a:extLst>
          </p:cNvPr>
          <p:cNvSpPr txBox="1"/>
          <p:nvPr/>
        </p:nvSpPr>
        <p:spPr>
          <a:xfrm>
            <a:off x="20966339" y="6266466"/>
            <a:ext cx="19658315" cy="86038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lIns="101583" tIns="101583" rIns="101583" bIns="101583" anchor="t" anchorCtr="0">
            <a:noAutofit/>
          </a:bodyPr>
          <a:lstStyle>
            <a:defPPr>
              <a:defRPr lang="en-US"/>
            </a:defPPr>
            <a:lvl1pPr marL="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945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891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5836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77824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280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1673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3619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5564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778" b="1" dirty="0">
                <a:solidFill>
                  <a:srgbClr val="FFFFFF"/>
                </a:solidFill>
                <a:latin typeface="+mj-lt"/>
              </a:rPr>
              <a:t>Methodology &amp; Model Architecture</a:t>
            </a:r>
          </a:p>
        </p:txBody>
      </p:sp>
      <p:sp>
        <p:nvSpPr>
          <p:cNvPr id="17" name="Shape 79">
            <a:extLst>
              <a:ext uri="{FF2B5EF4-FFF2-40B4-BE49-F238E27FC236}">
                <a16:creationId xmlns:a16="http://schemas.microsoft.com/office/drawing/2014/main" id="{29101814-3FE1-391D-A422-4BC9B92BF765}"/>
              </a:ext>
            </a:extLst>
          </p:cNvPr>
          <p:cNvSpPr txBox="1"/>
          <p:nvPr/>
        </p:nvSpPr>
        <p:spPr>
          <a:xfrm>
            <a:off x="832061" y="20580143"/>
            <a:ext cx="19071379" cy="847829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lIns="101583" tIns="101583" rIns="101583" bIns="101583" anchor="t" anchorCtr="0">
            <a:noAutofit/>
          </a:bodyPr>
          <a:lstStyle>
            <a:defPPr>
              <a:defRPr lang="en-US"/>
            </a:defPPr>
            <a:lvl1pPr marL="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945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891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5836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77824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280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1673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3619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5564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778" b="1" dirty="0">
                <a:solidFill>
                  <a:srgbClr val="FFFFFF"/>
                </a:solidFill>
                <a:latin typeface="+mj-lt"/>
              </a:rPr>
              <a:t>Results</a:t>
            </a:r>
          </a:p>
        </p:txBody>
      </p:sp>
      <p:sp>
        <p:nvSpPr>
          <p:cNvPr id="18" name="Shape 73">
            <a:extLst>
              <a:ext uri="{FF2B5EF4-FFF2-40B4-BE49-F238E27FC236}">
                <a16:creationId xmlns:a16="http://schemas.microsoft.com/office/drawing/2014/main" id="{CA668B51-B61F-6DF1-387A-87A3F976CBC8}"/>
              </a:ext>
            </a:extLst>
          </p:cNvPr>
          <p:cNvSpPr txBox="1"/>
          <p:nvPr/>
        </p:nvSpPr>
        <p:spPr>
          <a:xfrm>
            <a:off x="20970239" y="20580143"/>
            <a:ext cx="10258843" cy="80340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lIns="72551" tIns="72551" rIns="72551" bIns="72551" anchor="t" anchorCtr="0">
            <a:noAutofit/>
          </a:bodyPr>
          <a:lstStyle>
            <a:defPPr>
              <a:defRPr lang="en-US"/>
            </a:defPPr>
            <a:lvl1pPr marL="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945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891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5836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77824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280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1673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3619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5564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778" b="1" dirty="0">
                <a:solidFill>
                  <a:srgbClr val="FFFFFF"/>
                </a:solidFill>
                <a:latin typeface="+mj-lt"/>
              </a:rPr>
              <a:t>Future Applications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9F3B06F-FE7F-0CB0-3C4F-04296AAE1503}"/>
              </a:ext>
            </a:extLst>
          </p:cNvPr>
          <p:cNvCxnSpPr>
            <a:cxnSpLocks/>
          </p:cNvCxnSpPr>
          <p:nvPr/>
        </p:nvCxnSpPr>
        <p:spPr>
          <a:xfrm>
            <a:off x="1497287" y="20122943"/>
            <a:ext cx="38945903" cy="0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166469B-9C52-51F8-47E3-F642592D2947}"/>
              </a:ext>
            </a:extLst>
          </p:cNvPr>
          <p:cNvCxnSpPr>
            <a:cxnSpLocks/>
          </p:cNvCxnSpPr>
          <p:nvPr/>
        </p:nvCxnSpPr>
        <p:spPr>
          <a:xfrm>
            <a:off x="20497800" y="6266466"/>
            <a:ext cx="0" cy="2511858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26" name="Shape 72">
            <a:extLst>
              <a:ext uri="{FF2B5EF4-FFF2-40B4-BE49-F238E27FC236}">
                <a16:creationId xmlns:a16="http://schemas.microsoft.com/office/drawing/2014/main" id="{19420BAE-4E55-C38C-DD05-2BFC89B55817}"/>
              </a:ext>
            </a:extLst>
          </p:cNvPr>
          <p:cNvSpPr txBox="1"/>
          <p:nvPr/>
        </p:nvSpPr>
        <p:spPr>
          <a:xfrm>
            <a:off x="31676596" y="20606764"/>
            <a:ext cx="8978538" cy="768257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lIns="72551" tIns="72551" rIns="72551" bIns="72551" anchor="t" anchorCtr="0">
            <a:noAutofit/>
          </a:bodyPr>
          <a:lstStyle>
            <a:defPPr>
              <a:defRPr lang="en-US"/>
            </a:defPPr>
            <a:lvl1pPr marL="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945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891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5836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77824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97280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316736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36192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556480" algn="l" defTabSz="4389120" rtl="0" eaLnBrk="1" latinLnBrk="0" hangingPunct="1">
              <a:defRPr sz="8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778" b="1" dirty="0">
                <a:solidFill>
                  <a:srgbClr val="FFFFFF"/>
                </a:solidFill>
                <a:latin typeface="+mj-lt"/>
              </a:rPr>
              <a:t>References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1654C-0B11-4E5F-4EE1-EFE9DDD8E6AC}"/>
              </a:ext>
            </a:extLst>
          </p:cNvPr>
          <p:cNvSpPr/>
          <p:nvPr/>
        </p:nvSpPr>
        <p:spPr>
          <a:xfrm>
            <a:off x="0" y="0"/>
            <a:ext cx="11887200" cy="2819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151A1B-7427-E648-AC14-54501F81AC67}"/>
              </a:ext>
            </a:extLst>
          </p:cNvPr>
          <p:cNvSpPr txBox="1"/>
          <p:nvPr/>
        </p:nvSpPr>
        <p:spPr>
          <a:xfrm>
            <a:off x="762000" y="457200"/>
            <a:ext cx="1486513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Final Project</a:t>
            </a:r>
          </a:p>
          <a:p>
            <a:r>
              <a:rPr lang="en-US" sz="6000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DS 4420 – Machine Learning 2</a:t>
            </a:r>
          </a:p>
        </p:txBody>
      </p:sp>
    </p:spTree>
    <p:extLst>
      <p:ext uri="{BB962C8B-B14F-4D97-AF65-F5344CB8AC3E}">
        <p14:creationId xmlns:p14="http://schemas.microsoft.com/office/powerpoint/2010/main" val="3064760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eamsChannelId xmlns="251e4a2b-1a33-4513-9017-f0bb34cca31e" xsi:nil="true"/>
    <Invited_Members xmlns="251e4a2b-1a33-4513-9017-f0bb34cca31e" xsi:nil="true"/>
    <Math_Settings xmlns="251e4a2b-1a33-4513-9017-f0bb34cca31e" xsi:nil="true"/>
    <Self_Registration_Enabled xmlns="251e4a2b-1a33-4513-9017-f0bb34cca31e" xsi:nil="true"/>
    <AppVersion xmlns="251e4a2b-1a33-4513-9017-f0bb34cca31e" xsi:nil="true"/>
    <LMS_Mappings xmlns="251e4a2b-1a33-4513-9017-f0bb34cca31e" xsi:nil="true"/>
    <IsNotebookLocked xmlns="251e4a2b-1a33-4513-9017-f0bb34cca31e" xsi:nil="true"/>
    <Templates xmlns="251e4a2b-1a33-4513-9017-f0bb34cca31e" xsi:nil="true"/>
    <NotebookType xmlns="251e4a2b-1a33-4513-9017-f0bb34cca31e" xsi:nil="true"/>
    <FolderType xmlns="251e4a2b-1a33-4513-9017-f0bb34cca31e" xsi:nil="true"/>
    <DefaultSectionNames xmlns="251e4a2b-1a33-4513-9017-f0bb34cca31e" xsi:nil="true"/>
    <Has_Leaders_Only_SectionGroup xmlns="251e4a2b-1a33-4513-9017-f0bb34cca31e" xsi:nil="true"/>
    <Owner xmlns="251e4a2b-1a33-4513-9017-f0bb34cca31e">
      <UserInfo>
        <DisplayName/>
        <AccountId xsi:nil="true"/>
        <AccountType/>
      </UserInfo>
    </Owner>
    <Is_Collaboration_Space_Locked xmlns="251e4a2b-1a33-4513-9017-f0bb34cca31e" xsi:nil="true"/>
    <Distribution_Groups xmlns="251e4a2b-1a33-4513-9017-f0bb34cca31e" xsi:nil="true"/>
    <Invited_Leaders xmlns="251e4a2b-1a33-4513-9017-f0bb34cca31e" xsi:nil="true"/>
    <Members xmlns="251e4a2b-1a33-4513-9017-f0bb34cca31e">
      <UserInfo>
        <DisplayName/>
        <AccountId xsi:nil="true"/>
        <AccountType/>
      </UserInfo>
    </Members>
    <Member_Groups xmlns="251e4a2b-1a33-4513-9017-f0bb34cca31e">
      <UserInfo>
        <DisplayName/>
        <AccountId xsi:nil="true"/>
        <AccountType/>
      </UserInfo>
    </Member_Groups>
    <CultureName xmlns="251e4a2b-1a33-4513-9017-f0bb34cca31e" xsi:nil="true"/>
    <Leaders xmlns="251e4a2b-1a33-4513-9017-f0bb34cca31e">
      <UserInfo>
        <DisplayName/>
        <AccountId xsi:nil="true"/>
        <AccountType/>
      </UserInfo>
    </Leaders>
    <TaxCatchAll xmlns="e9952153-5aa5-42e8-8300-ccc6398e6c31" xsi:nil="true"/>
    <lcf76f155ced4ddcb4097134ff3c332f xmlns="251e4a2b-1a33-4513-9017-f0bb34cca31e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96936867FB4BD4CBBB1D9655E335B32" ma:contentTypeVersion="38" ma:contentTypeDescription="Create a new document." ma:contentTypeScope="" ma:versionID="361c3cd5f1c98f95f9d571e756a51304">
  <xsd:schema xmlns:xsd="http://www.w3.org/2001/XMLSchema" xmlns:xs="http://www.w3.org/2001/XMLSchema" xmlns:p="http://schemas.microsoft.com/office/2006/metadata/properties" xmlns:ns2="251e4a2b-1a33-4513-9017-f0bb34cca31e" xmlns:ns3="8380694e-df13-4765-9f36-450494b12df9" xmlns:ns4="e9952153-5aa5-42e8-8300-ccc6398e6c31" targetNamespace="http://schemas.microsoft.com/office/2006/metadata/properties" ma:root="true" ma:fieldsID="2a7a4d7a194afafab4501530be61863a" ns2:_="" ns3:_="" ns4:_="">
    <xsd:import namespace="251e4a2b-1a33-4513-9017-f0bb34cca31e"/>
    <xsd:import namespace="8380694e-df13-4765-9f36-450494b12df9"/>
    <xsd:import namespace="e9952153-5aa5-42e8-8300-ccc6398e6c31"/>
    <xsd:element name="properties">
      <xsd:complexType>
        <xsd:sequence>
          <xsd:element name="documentManagement">
            <xsd:complexType>
              <xsd:all>
                <xsd:element ref="ns2:NotebookType" minOccurs="0"/>
                <xsd:element ref="ns2:FolderType" minOccurs="0"/>
                <xsd:element ref="ns2:CultureName" minOccurs="0"/>
                <xsd:element ref="ns2:AppVersion" minOccurs="0"/>
                <xsd:element ref="ns2:TeamsChannelId" minOccurs="0"/>
                <xsd:element ref="ns2:Owner" minOccurs="0"/>
                <xsd:element ref="ns2:Math_Settings" minOccurs="0"/>
                <xsd:element ref="ns2:DefaultSectionNames" minOccurs="0"/>
                <xsd:element ref="ns2:Templates" minOccurs="0"/>
                <xsd:element ref="ns2:Leaders" minOccurs="0"/>
                <xsd:element ref="ns2:Members" minOccurs="0"/>
                <xsd:element ref="ns2:Member_Groups" minOccurs="0"/>
                <xsd:element ref="ns2:Distribution_Groups" minOccurs="0"/>
                <xsd:element ref="ns2:LMS_Mappings" minOccurs="0"/>
                <xsd:element ref="ns2:Invited_Leaders" minOccurs="0"/>
                <xsd:element ref="ns2:Invited_Members" minOccurs="0"/>
                <xsd:element ref="ns2:Self_Registration_Enabled" minOccurs="0"/>
                <xsd:element ref="ns2:Has_Leaders_Only_SectionGroup" minOccurs="0"/>
                <xsd:element ref="ns2:Is_Collaboration_Space_Locked" minOccurs="0"/>
                <xsd:element ref="ns2:IsNotebookLocked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4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1e4a2b-1a33-4513-9017-f0bb34cca31e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CultureName" ma:index="10" nillable="true" ma:displayName="Culture Name" ma:internalName="CultureName">
      <xsd:simpleType>
        <xsd:restriction base="dms:Text"/>
      </xsd:simpleType>
    </xsd:element>
    <xsd:element name="AppVersion" ma:index="11" nillable="true" ma:displayName="App Version" ma:internalName="AppVersion">
      <xsd:simpleType>
        <xsd:restriction base="dms:Text"/>
      </xsd:simpleType>
    </xsd:element>
    <xsd:element name="TeamsChannelId" ma:index="12" nillable="true" ma:displayName="Teams Channel Id" ma:internalName="TeamsChannelId">
      <xsd:simpleType>
        <xsd:restriction base="dms:Text"/>
      </xsd:simpleType>
    </xsd:element>
    <xsd:element name="Owner" ma:index="13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ath_Settings" ma:index="14" nillable="true" ma:displayName="Math Settings" ma:internalName="Math_Settings">
      <xsd:simpleType>
        <xsd:restriction base="dms:Text"/>
      </xsd:simpleType>
    </xsd:element>
    <xsd:element name="DefaultSectionNames" ma:index="15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6" nillable="true" ma:displayName="Templates" ma:internalName="Templates">
      <xsd:simpleType>
        <xsd:restriction base="dms:Note">
          <xsd:maxLength value="255"/>
        </xsd:restriction>
      </xsd:simpleType>
    </xsd:element>
    <xsd:element name="Leaders" ma:index="17" nillable="true" ma:displayName="Leaders" ma:internalName="Lead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s" ma:index="18" nillable="true" ma:displayName="Members" ma:internalName="Memb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mber_Groups" ma:index="19" nillable="true" ma:displayName="Member Groups" ma:internalName="Member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istribution_Groups" ma:index="20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21" nillable="true" ma:displayName="LMS Mappings" ma:internalName="LMS_Mappings">
      <xsd:simpleType>
        <xsd:restriction base="dms:Note">
          <xsd:maxLength value="255"/>
        </xsd:restriction>
      </xsd:simpleType>
    </xsd:element>
    <xsd:element name="Invited_Leaders" ma:index="22" nillable="true" ma:displayName="Invited Leaders" ma:internalName="Invited_Leaders">
      <xsd:simpleType>
        <xsd:restriction base="dms:Note">
          <xsd:maxLength value="255"/>
        </xsd:restriction>
      </xsd:simpleType>
    </xsd:element>
    <xsd:element name="Invited_Members" ma:index="23" nillable="true" ma:displayName="Invited Members" ma:internalName="Invited_Members">
      <xsd:simpleType>
        <xsd:restriction base="dms:Note">
          <xsd:maxLength value="255"/>
        </xsd:restriction>
      </xsd:simpleType>
    </xsd:element>
    <xsd:element name="Self_Registration_Enabled" ma:index="24" nillable="true" ma:displayName="Self Registration Enabled" ma:internalName="Self_Registration_Enabled">
      <xsd:simpleType>
        <xsd:restriction base="dms:Boolean"/>
      </xsd:simpleType>
    </xsd:element>
    <xsd:element name="Has_Leaders_Only_SectionGroup" ma:index="25" nillable="true" ma:displayName="Has Leaders Only SectionGroup" ma:internalName="Has_Leaders_Only_SectionGroup">
      <xsd:simpleType>
        <xsd:restriction base="dms:Boolean"/>
      </xsd:simpleType>
    </xsd:element>
    <xsd:element name="Is_Collaboration_Space_Locked" ma:index="26" nillable="true" ma:displayName="Is Collaboration Space Locked" ma:internalName="Is_Collaboration_Space_Locked">
      <xsd:simpleType>
        <xsd:restriction base="dms:Boolean"/>
      </xsd:simpleType>
    </xsd:element>
    <xsd:element name="IsNotebookLocked" ma:index="27" nillable="true" ma:displayName="Is Notebook Locked" ma:internalName="IsNotebookLocked">
      <xsd:simpleType>
        <xsd:restriction base="dms:Boolean"/>
      </xsd:simpleType>
    </xsd:element>
    <xsd:element name="MediaServiceMetadata" ma:index="2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2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3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3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32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3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3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38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40" nillable="true" ma:taxonomy="true" ma:internalName="lcf76f155ced4ddcb4097134ff3c332f" ma:taxonomyFieldName="MediaServiceImageTags" ma:displayName="Image Tags" ma:readOnly="false" ma:fieldId="{5cf76f15-5ced-4ddc-b409-7134ff3c332f}" ma:taxonomyMulti="true" ma:sspId="99a8f194-becd-4f93-a34b-b9b3045b78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4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4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44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80694e-df13-4765-9f36-450494b12df9" elementFormDefault="qualified">
    <xsd:import namespace="http://schemas.microsoft.com/office/2006/documentManagement/types"/>
    <xsd:import namespace="http://schemas.microsoft.com/office/infopath/2007/PartnerControls"/>
    <xsd:element name="SharedWithUsers" ma:index="3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3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952153-5aa5-42e8-8300-ccc6398e6c31" elementFormDefault="qualified">
    <xsd:import namespace="http://schemas.microsoft.com/office/2006/documentManagement/types"/>
    <xsd:import namespace="http://schemas.microsoft.com/office/infopath/2007/PartnerControls"/>
    <xsd:element name="TaxCatchAll" ma:index="41" nillable="true" ma:displayName="Taxonomy Catch All Column" ma:hidden="true" ma:list="{53582677-507c-480e-b47d-c119b048ca4c}" ma:internalName="TaxCatchAll" ma:showField="CatchAllData" ma:web="8380694e-df13-4765-9f36-450494b12df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A5F3152-1B22-4120-90AD-ABECC3E883B9}">
  <ds:schemaRefs>
    <ds:schemaRef ds:uri="http://schemas.microsoft.com/office/2006/metadata/properties"/>
    <ds:schemaRef ds:uri="http://schemas.microsoft.com/office/infopath/2007/PartnerControls"/>
    <ds:schemaRef ds:uri="251e4a2b-1a33-4513-9017-f0bb34cca31e"/>
    <ds:schemaRef ds:uri="e9952153-5aa5-42e8-8300-ccc6398e6c31"/>
  </ds:schemaRefs>
</ds:datastoreItem>
</file>

<file path=customXml/itemProps2.xml><?xml version="1.0" encoding="utf-8"?>
<ds:datastoreItem xmlns:ds="http://schemas.openxmlformats.org/officeDocument/2006/customXml" ds:itemID="{72B731D7-F5BF-4D0E-BEA0-A10CED407C8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17D36E-5DB5-4546-9539-BCB69F065F4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51e4a2b-1a33-4513-9017-f0bb34cca31e"/>
    <ds:schemaRef ds:uri="8380694e-df13-4765-9f36-450494b12df9"/>
    <ds:schemaRef ds:uri="e9952153-5aa5-42e8-8300-ccc6398e6c3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6306</TotalTime>
  <Words>35</Words>
  <Application>Microsoft Macintosh PowerPoint</Application>
  <PresentationFormat>Custom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Lato</vt:lpstr>
      <vt:lpstr>Office Theme</vt:lpstr>
      <vt:lpstr>PowerPoint Presentation</vt:lpstr>
    </vt:vector>
  </TitlesOfParts>
  <Company>Northeastern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Todor Kiryazov</dc:creator>
  <cp:lastModifiedBy>Jeffrey Pan</cp:lastModifiedBy>
  <cp:revision>164</cp:revision>
  <cp:lastPrinted>2023-11-28T16:11:08Z</cp:lastPrinted>
  <dcterms:created xsi:type="dcterms:W3CDTF">2012-02-02T18:01:45Z</dcterms:created>
  <dcterms:modified xsi:type="dcterms:W3CDTF">2025-04-10T18:49:42Z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0x010100896936867FB4BD4CBBB1D9655E335B32</vt:lpwstr>
  </property>
  <property fmtid="{D5CDD505-2E9C-101B-9397-08002B2CF9AE}" pid="3" name="MediaServiceImageTags">
    <vt:lpwstr/>
  </property>
</Properties>
</file>