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6"/>
  </p:notesMasterIdLst>
  <p:handoutMasterIdLst>
    <p:handoutMasterId r:id="rId7"/>
  </p:handoutMasterIdLst>
  <p:sldIdLst>
    <p:sldId id="256" r:id="rId5"/>
  </p:sldIdLst>
  <p:sldSz cx="42062400" cy="32918400"/>
  <p:notesSz cx="6858000" cy="9144000"/>
  <p:defaultTex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8" userDrawn="1">
          <p15:clr>
            <a:srgbClr val="A4A3A4"/>
          </p15:clr>
        </p15:guide>
        <p15:guide id="2" pos="13248"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8102E"/>
    <a:srgbClr val="D6E03E"/>
    <a:srgbClr val="67676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ABDA64D-9E92-4075-ABB8-E7B1B4669D72}" v="219" dt="2025-02-25T16:39:15.94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11984" autoAdjust="0"/>
    <p:restoredTop sz="92308" autoAdjust="0"/>
  </p:normalViewPr>
  <p:slideViewPr>
    <p:cSldViewPr>
      <p:cViewPr varScale="1">
        <p:scale>
          <a:sx n="25" d="100"/>
          <a:sy n="25" d="100"/>
        </p:scale>
        <p:origin x="413" y="120"/>
      </p:cViewPr>
      <p:guideLst>
        <p:guide orient="horz" pos="10368"/>
        <p:guide pos="13248"/>
      </p:guideLst>
    </p:cSldViewPr>
  </p:slideViewPr>
  <p:notesTextViewPr>
    <p:cViewPr>
      <p:scale>
        <a:sx n="1" d="1"/>
        <a:sy n="1" d="1"/>
      </p:scale>
      <p:origin x="0" y="0"/>
    </p:cViewPr>
  </p:notesTextViewPr>
  <p:sorterViewPr>
    <p:cViewPr>
      <p:scale>
        <a:sx n="80" d="100"/>
        <a:sy n="80" d="100"/>
      </p:scale>
      <p:origin x="0" y="0"/>
    </p:cViewPr>
  </p:sorterViewPr>
  <p:notesViewPr>
    <p:cSldViewPr>
      <p:cViewPr varScale="1">
        <p:scale>
          <a:sx n="113" d="100"/>
          <a:sy n="113" d="100"/>
        </p:scale>
        <p:origin x="-642" y="-12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13" Type="http://schemas.microsoft.com/office/2015/10/relationships/revisionInfo" Target="revisionInfo.xml"/><Relationship Id="rId3" Type="http://schemas.openxmlformats.org/officeDocument/2006/relationships/customXml" Target="../customXml/item3.xml"/><Relationship Id="rId7" Type="http://schemas.openxmlformats.org/officeDocument/2006/relationships/handoutMaster" Target="handoutMasters/handoutMaster1.xml"/><Relationship Id="rId12" Type="http://schemas.microsoft.com/office/2016/11/relationships/changesInfo" Target="changesInfos/changesInfo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ff Pan" userId="1e19b5c7c6531b8a" providerId="LiveId" clId="{FABDA64D-9E92-4075-ABB8-E7B1B4669D72}"/>
    <pc:docChg chg="undo custSel addSld delSld modSld">
      <pc:chgData name="Jeff Pan" userId="1e19b5c7c6531b8a" providerId="LiveId" clId="{FABDA64D-9E92-4075-ABB8-E7B1B4669D72}" dt="2025-02-25T18:18:29.108" v="4846" actId="20577"/>
      <pc:docMkLst>
        <pc:docMk/>
      </pc:docMkLst>
      <pc:sldChg chg="addSp delSp modSp mod">
        <pc:chgData name="Jeff Pan" userId="1e19b5c7c6531b8a" providerId="LiveId" clId="{FABDA64D-9E92-4075-ABB8-E7B1B4669D72}" dt="2025-02-25T18:18:29.108" v="4846" actId="20577"/>
        <pc:sldMkLst>
          <pc:docMk/>
          <pc:sldMk cId="3064760845" sldId="256"/>
        </pc:sldMkLst>
        <pc:spChg chg="del mod">
          <ac:chgData name="Jeff Pan" userId="1e19b5c7c6531b8a" providerId="LiveId" clId="{FABDA64D-9E92-4075-ABB8-E7B1B4669D72}" dt="2025-02-24T04:00:57.322" v="12" actId="478"/>
          <ac:spMkLst>
            <pc:docMk/>
            <pc:sldMk cId="3064760845" sldId="256"/>
            <ac:spMk id="2" creationId="{058A7FAE-63C5-C5C7-605E-6F10704F9285}"/>
          </ac:spMkLst>
        </pc:spChg>
        <pc:spChg chg="add mod">
          <ac:chgData name="Jeff Pan" userId="1e19b5c7c6531b8a" providerId="LiveId" clId="{FABDA64D-9E92-4075-ABB8-E7B1B4669D72}" dt="2025-02-25T16:53:02.559" v="4829" actId="13926"/>
          <ac:spMkLst>
            <pc:docMk/>
            <pc:sldMk cId="3064760845" sldId="256"/>
            <ac:spMk id="2" creationId="{7F040C6B-6EFA-0B1D-707C-519D100FBFCE}"/>
          </ac:spMkLst>
        </pc:spChg>
        <pc:spChg chg="del mod">
          <ac:chgData name="Jeff Pan" userId="1e19b5c7c6531b8a" providerId="LiveId" clId="{FABDA64D-9E92-4075-ABB8-E7B1B4669D72}" dt="2025-02-24T19:12:12.195" v="3126" actId="478"/>
          <ac:spMkLst>
            <pc:docMk/>
            <pc:sldMk cId="3064760845" sldId="256"/>
            <ac:spMk id="3" creationId="{3D619742-4ABC-54A1-417E-D0A259B31985}"/>
          </ac:spMkLst>
        </pc:spChg>
        <pc:spChg chg="mod">
          <ac:chgData name="Jeff Pan" userId="1e19b5c7c6531b8a" providerId="LiveId" clId="{FABDA64D-9E92-4075-ABB8-E7B1B4669D72}" dt="2025-02-24T03:58:26.658" v="2" actId="20577"/>
          <ac:spMkLst>
            <pc:docMk/>
            <pc:sldMk cId="3064760845" sldId="256"/>
            <ac:spMk id="5" creationId="{00000000-0000-0000-0000-000000000000}"/>
          </ac:spMkLst>
        </pc:spChg>
        <pc:spChg chg="add del mod">
          <ac:chgData name="Jeff Pan" userId="1e19b5c7c6531b8a" providerId="LiveId" clId="{FABDA64D-9E92-4075-ABB8-E7B1B4669D72}" dt="2025-02-24T04:01:21.709" v="20" actId="478"/>
          <ac:spMkLst>
            <pc:docMk/>
            <pc:sldMk cId="3064760845" sldId="256"/>
            <ac:spMk id="6" creationId="{E37930CC-5421-9577-55CC-CDB58C9812E6}"/>
          </ac:spMkLst>
        </pc:spChg>
        <pc:spChg chg="add del mod">
          <ac:chgData name="Jeff Pan" userId="1e19b5c7c6531b8a" providerId="LiveId" clId="{FABDA64D-9E92-4075-ABB8-E7B1B4669D72}" dt="2025-02-24T04:01:19.447" v="17" actId="478"/>
          <ac:spMkLst>
            <pc:docMk/>
            <pc:sldMk cId="3064760845" sldId="256"/>
            <ac:spMk id="7" creationId="{1129EB91-8FF0-9AA1-0C74-E786E45389B8}"/>
          </ac:spMkLst>
        </pc:spChg>
        <pc:spChg chg="add mod">
          <ac:chgData name="Jeff Pan" userId="1e19b5c7c6531b8a" providerId="LiveId" clId="{FABDA64D-9E92-4075-ABB8-E7B1B4669D72}" dt="2025-02-24T21:15:08.708" v="3791" actId="1076"/>
          <ac:spMkLst>
            <pc:docMk/>
            <pc:sldMk cId="3064760845" sldId="256"/>
            <ac:spMk id="7" creationId="{9E6BDBD1-3060-F8A4-D760-AAC5FFE09CFC}"/>
          </ac:spMkLst>
        </pc:spChg>
        <pc:spChg chg="add del mod">
          <ac:chgData name="Jeff Pan" userId="1e19b5c7c6531b8a" providerId="LiveId" clId="{FABDA64D-9E92-4075-ABB8-E7B1B4669D72}" dt="2025-02-24T04:01:18.656" v="16" actId="478"/>
          <ac:spMkLst>
            <pc:docMk/>
            <pc:sldMk cId="3064760845" sldId="256"/>
            <ac:spMk id="8" creationId="{D5D17805-1F6F-B067-EF24-A91B26EE060A}"/>
          </ac:spMkLst>
        </pc:spChg>
        <pc:spChg chg="add mod">
          <ac:chgData name="Jeff Pan" userId="1e19b5c7c6531b8a" providerId="LiveId" clId="{FABDA64D-9E92-4075-ABB8-E7B1B4669D72}" dt="2025-02-24T21:12:32.075" v="3748" actId="20577"/>
          <ac:spMkLst>
            <pc:docMk/>
            <pc:sldMk cId="3064760845" sldId="256"/>
            <ac:spMk id="9" creationId="{3AC76372-1984-9FB3-0921-DEC9E30EE511}"/>
          </ac:spMkLst>
        </pc:spChg>
        <pc:spChg chg="add mod">
          <ac:chgData name="Jeff Pan" userId="1e19b5c7c6531b8a" providerId="LiveId" clId="{FABDA64D-9E92-4075-ABB8-E7B1B4669D72}" dt="2025-02-24T05:56:09.418" v="674" actId="1076"/>
          <ac:spMkLst>
            <pc:docMk/>
            <pc:sldMk cId="3064760845" sldId="256"/>
            <ac:spMk id="10" creationId="{E37930CC-5421-9577-55CC-CDB58C9812E6}"/>
          </ac:spMkLst>
        </pc:spChg>
        <pc:spChg chg="del mod">
          <ac:chgData name="Jeff Pan" userId="1e19b5c7c6531b8a" providerId="LiveId" clId="{FABDA64D-9E92-4075-ABB8-E7B1B4669D72}" dt="2025-02-24T04:03:16.931" v="106" actId="478"/>
          <ac:spMkLst>
            <pc:docMk/>
            <pc:sldMk cId="3064760845" sldId="256"/>
            <ac:spMk id="11" creationId="{00000000-0000-0000-0000-000000000000}"/>
          </ac:spMkLst>
        </pc:spChg>
        <pc:spChg chg="del mod">
          <ac:chgData name="Jeff Pan" userId="1e19b5c7c6531b8a" providerId="LiveId" clId="{FABDA64D-9E92-4075-ABB8-E7B1B4669D72}" dt="2025-02-24T04:01:24.019" v="22" actId="478"/>
          <ac:spMkLst>
            <pc:docMk/>
            <pc:sldMk cId="3064760845" sldId="256"/>
            <ac:spMk id="12" creationId="{00000000-0000-0000-0000-000000000000}"/>
          </ac:spMkLst>
        </pc:spChg>
        <pc:spChg chg="add mod">
          <ac:chgData name="Jeff Pan" userId="1e19b5c7c6531b8a" providerId="LiveId" clId="{FABDA64D-9E92-4075-ABB8-E7B1B4669D72}" dt="2025-02-24T18:08:31.542" v="739" actId="20577"/>
          <ac:spMkLst>
            <pc:docMk/>
            <pc:sldMk cId="3064760845" sldId="256"/>
            <ac:spMk id="12" creationId="{FBB18562-5168-D359-35AF-CEC4E2EDD7FF}"/>
          </ac:spMkLst>
        </pc:spChg>
        <pc:spChg chg="del mod">
          <ac:chgData name="Jeff Pan" userId="1e19b5c7c6531b8a" providerId="LiveId" clId="{FABDA64D-9E92-4075-ABB8-E7B1B4669D72}" dt="2025-02-24T04:00:51.624" v="10" actId="478"/>
          <ac:spMkLst>
            <pc:docMk/>
            <pc:sldMk cId="3064760845" sldId="256"/>
            <ac:spMk id="13" creationId="{00000000-0000-0000-0000-000000000000}"/>
          </ac:spMkLst>
        </pc:spChg>
        <pc:spChg chg="add mod">
          <ac:chgData name="Jeff Pan" userId="1e19b5c7c6531b8a" providerId="LiveId" clId="{FABDA64D-9E92-4075-ABB8-E7B1B4669D72}" dt="2025-02-25T18:17:40.061" v="4836" actId="13926"/>
          <ac:spMkLst>
            <pc:docMk/>
            <pc:sldMk cId="3064760845" sldId="256"/>
            <ac:spMk id="13" creationId="{1D968DBF-F54A-6604-773E-767D7EE754DE}"/>
          </ac:spMkLst>
        </pc:spChg>
        <pc:spChg chg="add mod">
          <ac:chgData name="Jeff Pan" userId="1e19b5c7c6531b8a" providerId="LiveId" clId="{FABDA64D-9E92-4075-ABB8-E7B1B4669D72}" dt="2025-02-24T05:56:09.418" v="674" actId="1076"/>
          <ac:spMkLst>
            <pc:docMk/>
            <pc:sldMk cId="3064760845" sldId="256"/>
            <ac:spMk id="14" creationId="{D5D17805-1F6F-B067-EF24-A91B26EE060A}"/>
          </ac:spMkLst>
        </pc:spChg>
        <pc:spChg chg="add mod">
          <ac:chgData name="Jeff Pan" userId="1e19b5c7c6531b8a" providerId="LiveId" clId="{FABDA64D-9E92-4075-ABB8-E7B1B4669D72}" dt="2025-02-24T21:15:02.674" v="3789" actId="1076"/>
          <ac:spMkLst>
            <pc:docMk/>
            <pc:sldMk cId="3064760845" sldId="256"/>
            <ac:spMk id="15" creationId="{1129EB91-8FF0-9AA1-0C74-E786E45389B8}"/>
          </ac:spMkLst>
        </pc:spChg>
        <pc:spChg chg="add mod">
          <ac:chgData name="Jeff Pan" userId="1e19b5c7c6531b8a" providerId="LiveId" clId="{FABDA64D-9E92-4075-ABB8-E7B1B4669D72}" dt="2025-02-24T04:01:51.354" v="34"/>
          <ac:spMkLst>
            <pc:docMk/>
            <pc:sldMk cId="3064760845" sldId="256"/>
            <ac:spMk id="16" creationId="{1129EB91-8FF0-9AA1-0C74-E786E45389B8}"/>
          </ac:spMkLst>
        </pc:spChg>
        <pc:spChg chg="add mod">
          <ac:chgData name="Jeff Pan" userId="1e19b5c7c6531b8a" providerId="LiveId" clId="{FABDA64D-9E92-4075-ABB8-E7B1B4669D72}" dt="2025-02-25T16:51:57.970" v="4828" actId="113"/>
          <ac:spMkLst>
            <pc:docMk/>
            <pc:sldMk cId="3064760845" sldId="256"/>
            <ac:spMk id="16" creationId="{A9B4B7BB-5EE3-36A6-9F72-2748AE601619}"/>
          </ac:spMkLst>
        </pc:spChg>
        <pc:spChg chg="add mod">
          <ac:chgData name="Jeff Pan" userId="1e19b5c7c6531b8a" providerId="LiveId" clId="{FABDA64D-9E92-4075-ABB8-E7B1B4669D72}" dt="2025-02-24T05:55:38.798" v="662" actId="1076"/>
          <ac:spMkLst>
            <pc:docMk/>
            <pc:sldMk cId="3064760845" sldId="256"/>
            <ac:spMk id="17" creationId="{29101814-3FE1-391D-A422-4BC9B92BF765}"/>
          </ac:spMkLst>
        </pc:spChg>
        <pc:spChg chg="add mod">
          <ac:chgData name="Jeff Pan" userId="1e19b5c7c6531b8a" providerId="LiveId" clId="{FABDA64D-9E92-4075-ABB8-E7B1B4669D72}" dt="2025-02-24T05:55:38.798" v="662" actId="1076"/>
          <ac:spMkLst>
            <pc:docMk/>
            <pc:sldMk cId="3064760845" sldId="256"/>
            <ac:spMk id="18" creationId="{CA668B51-B61F-6DF1-387A-87A3F976CBC8}"/>
          </ac:spMkLst>
        </pc:spChg>
        <pc:spChg chg="add mod">
          <ac:chgData name="Jeff Pan" userId="1e19b5c7c6531b8a" providerId="LiveId" clId="{FABDA64D-9E92-4075-ABB8-E7B1B4669D72}" dt="2025-02-24T05:55:38.798" v="662" actId="1076"/>
          <ac:spMkLst>
            <pc:docMk/>
            <pc:sldMk cId="3064760845" sldId="256"/>
            <ac:spMk id="19" creationId="{D08D853D-D95C-D5A6-1FE7-AED51C633DDC}"/>
          </ac:spMkLst>
        </pc:spChg>
        <pc:spChg chg="add mod">
          <ac:chgData name="Jeff Pan" userId="1e19b5c7c6531b8a" providerId="LiveId" clId="{FABDA64D-9E92-4075-ABB8-E7B1B4669D72}" dt="2025-02-25T16:45:45.007" v="4670" actId="20577"/>
          <ac:spMkLst>
            <pc:docMk/>
            <pc:sldMk cId="3064760845" sldId="256"/>
            <ac:spMk id="20" creationId="{950B6A03-0D0F-321B-9C80-7B05DB5316D5}"/>
          </ac:spMkLst>
        </pc:spChg>
        <pc:spChg chg="add mod">
          <ac:chgData name="Jeff Pan" userId="1e19b5c7c6531b8a" providerId="LiveId" clId="{FABDA64D-9E92-4075-ABB8-E7B1B4669D72}" dt="2025-02-25T16:44:29.099" v="4665" actId="20577"/>
          <ac:spMkLst>
            <pc:docMk/>
            <pc:sldMk cId="3064760845" sldId="256"/>
            <ac:spMk id="21" creationId="{BB933289-B62B-12D1-4C97-5FDAC8056555}"/>
          </ac:spMkLst>
        </pc:spChg>
        <pc:spChg chg="add mod">
          <ac:chgData name="Jeff Pan" userId="1e19b5c7c6531b8a" providerId="LiveId" clId="{FABDA64D-9E92-4075-ABB8-E7B1B4669D72}" dt="2025-02-25T02:47:54.289" v="4323" actId="113"/>
          <ac:spMkLst>
            <pc:docMk/>
            <pc:sldMk cId="3064760845" sldId="256"/>
            <ac:spMk id="22" creationId="{1FCF4174-4C1F-5AB7-48E2-4F41C7AD30CA}"/>
          </ac:spMkLst>
        </pc:spChg>
        <pc:spChg chg="add mod">
          <ac:chgData name="Jeff Pan" userId="1e19b5c7c6531b8a" providerId="LiveId" clId="{FABDA64D-9E92-4075-ABB8-E7B1B4669D72}" dt="2025-02-25T16:47:21.522" v="4679" actId="20577"/>
          <ac:spMkLst>
            <pc:docMk/>
            <pc:sldMk cId="3064760845" sldId="256"/>
            <ac:spMk id="25" creationId="{2F7D892D-D2F5-B8A6-58D4-552CE1D26F2D}"/>
          </ac:spMkLst>
        </pc:spChg>
        <pc:spChg chg="add del mod">
          <ac:chgData name="Jeff Pan" userId="1e19b5c7c6531b8a" providerId="LiveId" clId="{FABDA64D-9E92-4075-ABB8-E7B1B4669D72}" dt="2025-02-24T04:24:39.269" v="206"/>
          <ac:spMkLst>
            <pc:docMk/>
            <pc:sldMk cId="3064760845" sldId="256"/>
            <ac:spMk id="26" creationId="{03C1CFE7-01DF-1143-1307-B925236C5F03}"/>
          </ac:spMkLst>
        </pc:spChg>
        <pc:spChg chg="add mod">
          <ac:chgData name="Jeff Pan" userId="1e19b5c7c6531b8a" providerId="LiveId" clId="{FABDA64D-9E92-4075-ABB8-E7B1B4669D72}" dt="2025-02-25T16:37:11.347" v="4628" actId="1076"/>
          <ac:spMkLst>
            <pc:docMk/>
            <pc:sldMk cId="3064760845" sldId="256"/>
            <ac:spMk id="26" creationId="{19420BAE-4E55-C38C-DD05-2BFC89B55817}"/>
          </ac:spMkLst>
        </pc:spChg>
        <pc:spChg chg="add">
          <ac:chgData name="Jeff Pan" userId="1e19b5c7c6531b8a" providerId="LiveId" clId="{FABDA64D-9E92-4075-ABB8-E7B1B4669D72}" dt="2025-02-24T04:24:25.966" v="199"/>
          <ac:spMkLst>
            <pc:docMk/>
            <pc:sldMk cId="3064760845" sldId="256"/>
            <ac:spMk id="27" creationId="{FE61902B-8171-4BE2-7ACD-94111FD5A1CB}"/>
          </ac:spMkLst>
        </pc:spChg>
        <pc:spChg chg="add mod">
          <ac:chgData name="Jeff Pan" userId="1e19b5c7c6531b8a" providerId="LiveId" clId="{FABDA64D-9E92-4075-ABB8-E7B1B4669D72}" dt="2025-02-25T16:37:10.068" v="4627" actId="1076"/>
          <ac:spMkLst>
            <pc:docMk/>
            <pc:sldMk cId="3064760845" sldId="256"/>
            <ac:spMk id="28" creationId="{38EC1A6D-7FC9-D44F-EE48-EB43B9334E06}"/>
          </ac:spMkLst>
        </pc:spChg>
        <pc:spChg chg="add">
          <ac:chgData name="Jeff Pan" userId="1e19b5c7c6531b8a" providerId="LiveId" clId="{FABDA64D-9E92-4075-ABB8-E7B1B4669D72}" dt="2025-02-24T04:24:29.361" v="200"/>
          <ac:spMkLst>
            <pc:docMk/>
            <pc:sldMk cId="3064760845" sldId="256"/>
            <ac:spMk id="28" creationId="{830E3BA0-7398-7CA6-F14A-8572736F5180}"/>
          </ac:spMkLst>
        </pc:spChg>
        <pc:spChg chg="add">
          <ac:chgData name="Jeff Pan" userId="1e19b5c7c6531b8a" providerId="LiveId" clId="{FABDA64D-9E92-4075-ABB8-E7B1B4669D72}" dt="2025-02-24T04:24:31.219" v="201"/>
          <ac:spMkLst>
            <pc:docMk/>
            <pc:sldMk cId="3064760845" sldId="256"/>
            <ac:spMk id="29" creationId="{0B4FBAD5-319B-AB1F-1C8F-4DC69AF6EC96}"/>
          </ac:spMkLst>
        </pc:spChg>
        <pc:spChg chg="add del mod">
          <ac:chgData name="Jeff Pan" userId="1e19b5c7c6531b8a" providerId="LiveId" clId="{FABDA64D-9E92-4075-ABB8-E7B1B4669D72}" dt="2025-02-25T02:37:15.790" v="4117" actId="478"/>
          <ac:spMkLst>
            <pc:docMk/>
            <pc:sldMk cId="3064760845" sldId="256"/>
            <ac:spMk id="29" creationId="{588D0C7C-4F78-D810-58B5-4C2215E30208}"/>
          </ac:spMkLst>
        </pc:spChg>
        <pc:spChg chg="add">
          <ac:chgData name="Jeff Pan" userId="1e19b5c7c6531b8a" providerId="LiveId" clId="{FABDA64D-9E92-4075-ABB8-E7B1B4669D72}" dt="2025-02-24T04:24:35.815" v="202"/>
          <ac:spMkLst>
            <pc:docMk/>
            <pc:sldMk cId="3064760845" sldId="256"/>
            <ac:spMk id="30" creationId="{D9F335DE-3ABB-B194-50BD-E5DE69AD9BD0}"/>
          </ac:spMkLst>
        </pc:spChg>
        <pc:spChg chg="add mod">
          <ac:chgData name="Jeff Pan" userId="1e19b5c7c6531b8a" providerId="LiveId" clId="{FABDA64D-9E92-4075-ABB8-E7B1B4669D72}" dt="2025-02-25T02:48:37.923" v="4379" actId="1076"/>
          <ac:spMkLst>
            <pc:docMk/>
            <pc:sldMk cId="3064760845" sldId="256"/>
            <ac:spMk id="31" creationId="{19E00CD7-24AC-2AD4-DDDD-B80C01E596D3}"/>
          </ac:spMkLst>
        </pc:spChg>
        <pc:spChg chg="add">
          <ac:chgData name="Jeff Pan" userId="1e19b5c7c6531b8a" providerId="LiveId" clId="{FABDA64D-9E92-4075-ABB8-E7B1B4669D72}" dt="2025-02-24T04:25:52.099" v="239"/>
          <ac:spMkLst>
            <pc:docMk/>
            <pc:sldMk cId="3064760845" sldId="256"/>
            <ac:spMk id="32" creationId="{917D3DD7-62CB-DF54-AE84-A4EAA88A633E}"/>
          </ac:spMkLst>
        </pc:spChg>
        <pc:spChg chg="add del mod">
          <ac:chgData name="Jeff Pan" userId="1e19b5c7c6531b8a" providerId="LiveId" clId="{FABDA64D-9E92-4075-ABB8-E7B1B4669D72}" dt="2025-02-24T05:47:34.856" v="581" actId="478"/>
          <ac:spMkLst>
            <pc:docMk/>
            <pc:sldMk cId="3064760845" sldId="256"/>
            <ac:spMk id="33" creationId="{B8F5A6C6-2C1D-93EE-DA72-B05A3A00AA2C}"/>
          </ac:spMkLst>
        </pc:spChg>
        <pc:spChg chg="add del mod">
          <ac:chgData name="Jeff Pan" userId="1e19b5c7c6531b8a" providerId="LiveId" clId="{FABDA64D-9E92-4075-ABB8-E7B1B4669D72}" dt="2025-02-24T05:47:35.755" v="582" actId="478"/>
          <ac:spMkLst>
            <pc:docMk/>
            <pc:sldMk cId="3064760845" sldId="256"/>
            <ac:spMk id="34" creationId="{C0C94D1A-C6FB-BBA3-C554-394E3071A187}"/>
          </ac:spMkLst>
        </pc:spChg>
        <pc:spChg chg="add mod">
          <ac:chgData name="Jeff Pan" userId="1e19b5c7c6531b8a" providerId="LiveId" clId="{FABDA64D-9E92-4075-ABB8-E7B1B4669D72}" dt="2025-02-25T02:48:08.673" v="4328" actId="20577"/>
          <ac:spMkLst>
            <pc:docMk/>
            <pc:sldMk cId="3064760845" sldId="256"/>
            <ac:spMk id="36" creationId="{91610F29-1FAF-A1CD-C87C-589F1A87AA6F}"/>
          </ac:spMkLst>
        </pc:spChg>
        <pc:spChg chg="add mod">
          <ac:chgData name="Jeff Pan" userId="1e19b5c7c6531b8a" providerId="LiveId" clId="{FABDA64D-9E92-4075-ABB8-E7B1B4669D72}" dt="2025-02-25T02:48:10.117" v="4329" actId="20577"/>
          <ac:spMkLst>
            <pc:docMk/>
            <pc:sldMk cId="3064760845" sldId="256"/>
            <ac:spMk id="37" creationId="{06ECD4FB-7F2A-C81C-9B46-5225E827314B}"/>
          </ac:spMkLst>
        </pc:spChg>
        <pc:spChg chg="add mod">
          <ac:chgData name="Jeff Pan" userId="1e19b5c7c6531b8a" providerId="LiveId" clId="{FABDA64D-9E92-4075-ABB8-E7B1B4669D72}" dt="2025-02-25T02:38:48.515" v="4317" actId="14100"/>
          <ac:spMkLst>
            <pc:docMk/>
            <pc:sldMk cId="3064760845" sldId="256"/>
            <ac:spMk id="38" creationId="{FBF81708-13A1-A1FC-C17F-A9C2D0D186F0}"/>
          </ac:spMkLst>
        </pc:spChg>
        <pc:spChg chg="add mod">
          <ac:chgData name="Jeff Pan" userId="1e19b5c7c6531b8a" providerId="LiveId" clId="{FABDA64D-9E92-4075-ABB8-E7B1B4669D72}" dt="2025-02-25T18:18:19.481" v="4844" actId="20577"/>
          <ac:spMkLst>
            <pc:docMk/>
            <pc:sldMk cId="3064760845" sldId="256"/>
            <ac:spMk id="39" creationId="{3F47A00C-2111-7F63-C586-B18907C11894}"/>
          </ac:spMkLst>
        </pc:spChg>
        <pc:spChg chg="add mod">
          <ac:chgData name="Jeff Pan" userId="1e19b5c7c6531b8a" providerId="LiveId" clId="{FABDA64D-9E92-4075-ABB8-E7B1B4669D72}" dt="2025-02-25T18:18:29.108" v="4846" actId="20577"/>
          <ac:spMkLst>
            <pc:docMk/>
            <pc:sldMk cId="3064760845" sldId="256"/>
            <ac:spMk id="40" creationId="{3583ED33-233F-C40E-63A8-02CCB79432E5}"/>
          </ac:spMkLst>
        </pc:spChg>
        <pc:picChg chg="add mod">
          <ac:chgData name="Jeff Pan" userId="1e19b5c7c6531b8a" providerId="LiveId" clId="{FABDA64D-9E92-4075-ABB8-E7B1B4669D72}" dt="2025-02-25T16:34:09.829" v="4567" actId="1076"/>
          <ac:picMkLst>
            <pc:docMk/>
            <pc:sldMk cId="3064760845" sldId="256"/>
            <ac:picMk id="4" creationId="{9C8FB5AB-894E-4890-9773-F2CE23BFEB69}"/>
          </ac:picMkLst>
        </pc:picChg>
        <pc:picChg chg="add mod">
          <ac:chgData name="Jeff Pan" userId="1e19b5c7c6531b8a" providerId="LiveId" clId="{FABDA64D-9E92-4075-ABB8-E7B1B4669D72}" dt="2025-02-25T02:48:47.965" v="4382" actId="1076"/>
          <ac:picMkLst>
            <pc:docMk/>
            <pc:sldMk cId="3064760845" sldId="256"/>
            <ac:picMk id="6" creationId="{3885FA61-38BF-B735-144E-CFEAFFF783E5}"/>
          </ac:picMkLst>
        </pc:picChg>
        <pc:picChg chg="add del">
          <ac:chgData name="Jeff Pan" userId="1e19b5c7c6531b8a" providerId="LiveId" clId="{FABDA64D-9E92-4075-ABB8-E7B1B4669D72}" dt="2025-02-24T18:08:21.268" v="705" actId="22"/>
          <ac:picMkLst>
            <pc:docMk/>
            <pc:sldMk cId="3064760845" sldId="256"/>
            <ac:picMk id="8" creationId="{37247C48-B591-9C55-5BFE-BC1E0A1038CB}"/>
          </ac:picMkLst>
        </pc:picChg>
        <pc:picChg chg="add del mod">
          <ac:chgData name="Jeff Pan" userId="1e19b5c7c6531b8a" providerId="LiveId" clId="{FABDA64D-9E92-4075-ABB8-E7B1B4669D72}" dt="2025-02-24T23:57:50.789" v="3849" actId="478"/>
          <ac:picMkLst>
            <pc:docMk/>
            <pc:sldMk cId="3064760845" sldId="256"/>
            <ac:picMk id="11" creationId="{3D632010-63ED-563C-9BDD-C749CE12BB44}"/>
          </ac:picMkLst>
        </pc:picChg>
        <pc:picChg chg="add del mod">
          <ac:chgData name="Jeff Pan" userId="1e19b5c7c6531b8a" providerId="LiveId" clId="{FABDA64D-9E92-4075-ABB8-E7B1B4669D72}" dt="2025-02-25T16:34:26.414" v="4572" actId="22"/>
          <ac:picMkLst>
            <pc:docMk/>
            <pc:sldMk cId="3064760845" sldId="256"/>
            <ac:picMk id="11" creationId="{5605563D-90ED-C0DD-DDF0-F6B3FBA5246A}"/>
          </ac:picMkLst>
        </pc:picChg>
        <pc:picChg chg="add mod">
          <ac:chgData name="Jeff Pan" userId="1e19b5c7c6531b8a" providerId="LiveId" clId="{FABDA64D-9E92-4075-ABB8-E7B1B4669D72}" dt="2025-02-25T16:34:48.903" v="4578" actId="1076"/>
          <ac:picMkLst>
            <pc:docMk/>
            <pc:sldMk cId="3064760845" sldId="256"/>
            <ac:picMk id="29" creationId="{30733AB5-A1EE-6AAD-FA76-400C501B4EDC}"/>
          </ac:picMkLst>
        </pc:picChg>
        <pc:picChg chg="add del mod">
          <ac:chgData name="Jeff Pan" userId="1e19b5c7c6531b8a" providerId="LiveId" clId="{FABDA64D-9E92-4075-ABB8-E7B1B4669D72}" dt="2025-02-25T16:34:24.493" v="4568" actId="478"/>
          <ac:picMkLst>
            <pc:docMk/>
            <pc:sldMk cId="3064760845" sldId="256"/>
            <ac:picMk id="32" creationId="{91F4DF48-4901-AFA5-CE2C-EB18C6C5915E}"/>
          </ac:picMkLst>
        </pc:picChg>
        <pc:picChg chg="add del mod">
          <ac:chgData name="Jeff Pan" userId="1e19b5c7c6531b8a" providerId="LiveId" clId="{FABDA64D-9E92-4075-ABB8-E7B1B4669D72}" dt="2025-02-25T16:34:04.260" v="4563" actId="478"/>
          <ac:picMkLst>
            <pc:docMk/>
            <pc:sldMk cId="3064760845" sldId="256"/>
            <ac:picMk id="34" creationId="{09E0BB88-D036-3904-AE36-91DF32BF4D45}"/>
          </ac:picMkLst>
        </pc:picChg>
        <pc:picChg chg="add del mod">
          <ac:chgData name="Jeff Pan" userId="1e19b5c7c6531b8a" providerId="LiveId" clId="{FABDA64D-9E92-4075-ABB8-E7B1B4669D72}" dt="2025-02-24T23:57:25.566" v="3846" actId="478"/>
          <ac:picMkLst>
            <pc:docMk/>
            <pc:sldMk cId="3064760845" sldId="256"/>
            <ac:picMk id="35" creationId="{AC515F97-C6AF-4325-3C5D-5885B6470E0D}"/>
          </ac:picMkLst>
        </pc:picChg>
        <pc:picChg chg="add">
          <ac:chgData name="Jeff Pan" userId="1e19b5c7c6531b8a" providerId="LiveId" clId="{FABDA64D-9E92-4075-ABB8-E7B1B4669D72}" dt="2025-02-24T04:01:25.340" v="23"/>
          <ac:picMkLst>
            <pc:docMk/>
            <pc:sldMk cId="3064760845" sldId="256"/>
            <ac:picMk id="1026" creationId="{92AE1EA5-886E-67C3-B5E5-B4937BE2951D}"/>
          </ac:picMkLst>
        </pc:picChg>
        <pc:picChg chg="add">
          <ac:chgData name="Jeff Pan" userId="1e19b5c7c6531b8a" providerId="LiveId" clId="{FABDA64D-9E92-4075-ABB8-E7B1B4669D72}" dt="2025-02-24T04:01:25.340" v="23"/>
          <ac:picMkLst>
            <pc:docMk/>
            <pc:sldMk cId="3064760845" sldId="256"/>
            <ac:picMk id="1027" creationId="{4A0965D8-6565-37E2-64C1-3039B68F4D4F}"/>
          </ac:picMkLst>
        </pc:picChg>
        <pc:picChg chg="add del mod">
          <ac:chgData name="Jeff Pan" userId="1e19b5c7c6531b8a" providerId="LiveId" clId="{FABDA64D-9E92-4075-ABB8-E7B1B4669D72}" dt="2025-02-24T05:52:35.305" v="612" actId="478"/>
          <ac:picMkLst>
            <pc:docMk/>
            <pc:sldMk cId="3064760845" sldId="256"/>
            <ac:picMk id="1028" creationId="{794DB704-6718-0C85-5379-3C3EFC7B252D}"/>
          </ac:picMkLst>
        </pc:picChg>
        <pc:picChg chg="add">
          <ac:chgData name="Jeff Pan" userId="1e19b5c7c6531b8a" providerId="LiveId" clId="{FABDA64D-9E92-4075-ABB8-E7B1B4669D72}" dt="2025-02-24T04:01:25.340" v="23"/>
          <ac:picMkLst>
            <pc:docMk/>
            <pc:sldMk cId="3064760845" sldId="256"/>
            <ac:picMk id="1028" creationId="{A6353A6E-8594-7C01-644B-92016E377FF0}"/>
          </ac:picMkLst>
        </pc:picChg>
        <pc:picChg chg="add">
          <ac:chgData name="Jeff Pan" userId="1e19b5c7c6531b8a" providerId="LiveId" clId="{FABDA64D-9E92-4075-ABB8-E7B1B4669D72}" dt="2025-02-24T04:01:25.340" v="23"/>
          <ac:picMkLst>
            <pc:docMk/>
            <pc:sldMk cId="3064760845" sldId="256"/>
            <ac:picMk id="1029" creationId="{ACBE71BF-20BD-EB40-67BD-7519DA341077}"/>
          </ac:picMkLst>
        </pc:picChg>
        <pc:picChg chg="add">
          <ac:chgData name="Jeff Pan" userId="1e19b5c7c6531b8a" providerId="LiveId" clId="{FABDA64D-9E92-4075-ABB8-E7B1B4669D72}" dt="2025-02-24T04:01:25.340" v="23"/>
          <ac:picMkLst>
            <pc:docMk/>
            <pc:sldMk cId="3064760845" sldId="256"/>
            <ac:picMk id="1030" creationId="{6E5F5100-3A1E-FC83-5F70-47B7913E7EF0}"/>
          </ac:picMkLst>
        </pc:picChg>
        <pc:picChg chg="add mod">
          <ac:chgData name="Jeff Pan" userId="1e19b5c7c6531b8a" providerId="LiveId" clId="{FABDA64D-9E92-4075-ABB8-E7B1B4669D72}" dt="2025-02-25T16:39:15.941" v="4634" actId="1076"/>
          <ac:picMkLst>
            <pc:docMk/>
            <pc:sldMk cId="3064760845" sldId="256"/>
            <ac:picMk id="1030" creationId="{D11C7C8D-0832-5B4F-20A7-E4ADC85C2AF3}"/>
          </ac:picMkLst>
        </pc:picChg>
        <pc:picChg chg="add">
          <ac:chgData name="Jeff Pan" userId="1e19b5c7c6531b8a" providerId="LiveId" clId="{FABDA64D-9E92-4075-ABB8-E7B1B4669D72}" dt="2025-02-24T04:01:25.340" v="23"/>
          <ac:picMkLst>
            <pc:docMk/>
            <pc:sldMk cId="3064760845" sldId="256"/>
            <ac:picMk id="1031" creationId="{200C7542-0A8B-6B1E-E6A1-382DC7A3A58C}"/>
          </ac:picMkLst>
        </pc:picChg>
        <pc:picChg chg="add">
          <ac:chgData name="Jeff Pan" userId="1e19b5c7c6531b8a" providerId="LiveId" clId="{FABDA64D-9E92-4075-ABB8-E7B1B4669D72}" dt="2025-02-24T04:01:25.340" v="23"/>
          <ac:picMkLst>
            <pc:docMk/>
            <pc:sldMk cId="3064760845" sldId="256"/>
            <ac:picMk id="1032" creationId="{832C9AA4-BDD2-ACAB-AFC6-44C1799E1E1F}"/>
          </ac:picMkLst>
        </pc:picChg>
        <pc:picChg chg="add mod">
          <ac:chgData name="Jeff Pan" userId="1e19b5c7c6531b8a" providerId="LiveId" clId="{FABDA64D-9E92-4075-ABB8-E7B1B4669D72}" dt="2025-02-24T20:03:13.277" v="3635" actId="962"/>
          <ac:picMkLst>
            <pc:docMk/>
            <pc:sldMk cId="3064760845" sldId="256"/>
            <ac:picMk id="1032" creationId="{94CF6A56-7150-9E8F-C2E7-B8ADA8BAC32D}"/>
          </ac:picMkLst>
        </pc:picChg>
        <pc:picChg chg="add">
          <ac:chgData name="Jeff Pan" userId="1e19b5c7c6531b8a" providerId="LiveId" clId="{FABDA64D-9E92-4075-ABB8-E7B1B4669D72}" dt="2025-02-24T04:01:25.340" v="23"/>
          <ac:picMkLst>
            <pc:docMk/>
            <pc:sldMk cId="3064760845" sldId="256"/>
            <ac:picMk id="1033" creationId="{9738A2A4-B614-85D8-FC28-F0129910E990}"/>
          </ac:picMkLst>
        </pc:picChg>
        <pc:picChg chg="add mod">
          <ac:chgData name="Jeff Pan" userId="1e19b5c7c6531b8a" providerId="LiveId" clId="{FABDA64D-9E92-4075-ABB8-E7B1B4669D72}" dt="2025-02-24T04:01:37.846" v="28" actId="1076"/>
          <ac:picMkLst>
            <pc:docMk/>
            <pc:sldMk cId="3064760845" sldId="256"/>
            <ac:picMk id="1035" creationId="{CA5D47D9-169A-5276-2831-BA38AF28D729}"/>
          </ac:picMkLst>
        </pc:picChg>
        <pc:picChg chg="add mod">
          <ac:chgData name="Jeff Pan" userId="1e19b5c7c6531b8a" providerId="LiveId" clId="{FABDA64D-9E92-4075-ABB8-E7B1B4669D72}" dt="2025-02-24T04:01:37.846" v="28" actId="1076"/>
          <ac:picMkLst>
            <pc:docMk/>
            <pc:sldMk cId="3064760845" sldId="256"/>
            <ac:picMk id="1036" creationId="{3CAAEFA9-B220-7A7C-1000-1B0CD2CA9516}"/>
          </ac:picMkLst>
        </pc:picChg>
        <pc:picChg chg="add mod">
          <ac:chgData name="Jeff Pan" userId="1e19b5c7c6531b8a" providerId="LiveId" clId="{FABDA64D-9E92-4075-ABB8-E7B1B4669D72}" dt="2025-02-24T04:01:37.846" v="28" actId="1076"/>
          <ac:picMkLst>
            <pc:docMk/>
            <pc:sldMk cId="3064760845" sldId="256"/>
            <ac:picMk id="1037" creationId="{E2135FA2-8BFB-AB65-B514-7F197B906BED}"/>
          </ac:picMkLst>
        </pc:picChg>
        <pc:cxnChg chg="add del mod">
          <ac:chgData name="Jeff Pan" userId="1e19b5c7c6531b8a" providerId="LiveId" clId="{FABDA64D-9E92-4075-ABB8-E7B1B4669D72}" dt="2025-02-24T04:01:20.215" v="18" actId="478"/>
          <ac:cxnSpMkLst>
            <pc:docMk/>
            <pc:sldMk cId="3064760845" sldId="256"/>
            <ac:cxnSpMk id="4" creationId="{D57450B9-9B2A-0CF8-A70F-9016502D7512}"/>
          </ac:cxnSpMkLst>
        </pc:cxnChg>
        <pc:cxnChg chg="add mod">
          <ac:chgData name="Jeff Pan" userId="1e19b5c7c6531b8a" providerId="LiveId" clId="{FABDA64D-9E92-4075-ABB8-E7B1B4669D72}" dt="2025-02-24T04:02:17.137" v="40"/>
          <ac:cxnSpMkLst>
            <pc:docMk/>
            <pc:sldMk cId="3064760845" sldId="256"/>
            <ac:cxnSpMk id="20" creationId="{89A1D9C7-3088-FBA7-4645-00754469A333}"/>
          </ac:cxnSpMkLst>
        </pc:cxnChg>
        <pc:cxnChg chg="add mod">
          <ac:chgData name="Jeff Pan" userId="1e19b5c7c6531b8a" providerId="LiveId" clId="{FABDA64D-9E92-4075-ABB8-E7B1B4669D72}" dt="2025-02-24T04:02:18.256" v="42"/>
          <ac:cxnSpMkLst>
            <pc:docMk/>
            <pc:sldMk cId="3064760845" sldId="256"/>
            <ac:cxnSpMk id="21" creationId="{E2EB7F74-CABA-DF71-2168-05A0E58439AE}"/>
          </ac:cxnSpMkLst>
        </pc:cxnChg>
        <pc:cxnChg chg="add mod">
          <ac:chgData name="Jeff Pan" userId="1e19b5c7c6531b8a" providerId="LiveId" clId="{FABDA64D-9E92-4075-ABB8-E7B1B4669D72}" dt="2025-02-24T04:02:19.332" v="44"/>
          <ac:cxnSpMkLst>
            <pc:docMk/>
            <pc:sldMk cId="3064760845" sldId="256"/>
            <ac:cxnSpMk id="22" creationId="{C4D19295-30C7-6CC7-B117-211D678CEA52}"/>
          </ac:cxnSpMkLst>
        </pc:cxnChg>
        <pc:cxnChg chg="add mod">
          <ac:chgData name="Jeff Pan" userId="1e19b5c7c6531b8a" providerId="LiveId" clId="{FABDA64D-9E92-4075-ABB8-E7B1B4669D72}" dt="2025-02-25T02:26:38.526" v="3858" actId="1076"/>
          <ac:cxnSpMkLst>
            <pc:docMk/>
            <pc:sldMk cId="3064760845" sldId="256"/>
            <ac:cxnSpMk id="23" creationId="{E9F3B06F-FE7F-0CB0-3C4F-04296AAE1503}"/>
          </ac:cxnSpMkLst>
        </pc:cxnChg>
        <pc:cxnChg chg="add mod">
          <ac:chgData name="Jeff Pan" userId="1e19b5c7c6531b8a" providerId="LiveId" clId="{FABDA64D-9E92-4075-ABB8-E7B1B4669D72}" dt="2025-02-24T05:56:14.235" v="676" actId="14100"/>
          <ac:cxnSpMkLst>
            <pc:docMk/>
            <pc:sldMk cId="3064760845" sldId="256"/>
            <ac:cxnSpMk id="24" creationId="{8166469B-9C52-51F8-47E3-F642592D2947}"/>
          </ac:cxnSpMkLst>
        </pc:cxnChg>
      </pc:sldChg>
      <pc:sldChg chg="modSp del mod">
        <pc:chgData name="Jeff Pan" userId="1e19b5c7c6531b8a" providerId="LiveId" clId="{FABDA64D-9E92-4075-ABB8-E7B1B4669D72}" dt="2025-02-25T02:51:50.572" v="4561" actId="2696"/>
        <pc:sldMkLst>
          <pc:docMk/>
          <pc:sldMk cId="3677105919" sldId="257"/>
        </pc:sldMkLst>
        <pc:picChg chg="mod">
          <ac:chgData name="Jeff Pan" userId="1e19b5c7c6531b8a" providerId="LiveId" clId="{FABDA64D-9E92-4075-ABB8-E7B1B4669D72}" dt="2025-02-24T04:29:05.975" v="501" actId="14100"/>
          <ac:picMkLst>
            <pc:docMk/>
            <pc:sldMk cId="3677105919" sldId="257"/>
            <ac:picMk id="4" creationId="{4F1CE3C0-AF7F-0602-1308-24F157CEC7CF}"/>
          </ac:picMkLst>
        </pc:picChg>
      </pc:sldChg>
      <pc:sldChg chg="modSp add del mod">
        <pc:chgData name="Jeff Pan" userId="1e19b5c7c6531b8a" providerId="LiveId" clId="{FABDA64D-9E92-4075-ABB8-E7B1B4669D72}" dt="2025-02-25T02:51:57.210" v="4562" actId="2696"/>
        <pc:sldMkLst>
          <pc:docMk/>
          <pc:sldMk cId="2808193252" sldId="258"/>
        </pc:sldMkLst>
        <pc:spChg chg="mod">
          <ac:chgData name="Jeff Pan" userId="1e19b5c7c6531b8a" providerId="LiveId" clId="{FABDA64D-9E92-4075-ABB8-E7B1B4669D72}" dt="2025-02-24T19:07:43.024" v="2501" actId="1076"/>
          <ac:spMkLst>
            <pc:docMk/>
            <pc:sldMk cId="2808193252" sldId="258"/>
            <ac:spMk id="2" creationId="{23B9CF64-8F10-3DEB-737B-77B06DC93ABB}"/>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3E6A3A3A-F046-46B7-AB30-656DBACC10AF}" type="datetimeFigureOut">
              <a:rPr lang="en-US" smtClean="0"/>
              <a:t>4/12/2025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59AEF78C-8154-46C3-A304-1898F7DD4727}" type="slidenum">
              <a:rPr lang="en-US" smtClean="0"/>
              <a:t>‹#›</a:t>
            </a:fld>
            <a:endParaRPr lang="en-US"/>
          </a:p>
        </p:txBody>
      </p:sp>
    </p:spTree>
    <p:extLst>
      <p:ext uri="{BB962C8B-B14F-4D97-AF65-F5344CB8AC3E}">
        <p14:creationId xmlns:p14="http://schemas.microsoft.com/office/powerpoint/2010/main" val="187947604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3BAAEEF9-7578-433F-ACA7-67A4266BF312}" type="datetimeFigureOut">
              <a:rPr lang="en-US" smtClean="0"/>
              <a:t>4/12/2025</a:t>
            </a:fld>
            <a:endParaRPr lang="en-US"/>
          </a:p>
        </p:txBody>
      </p:sp>
      <p:sp>
        <p:nvSpPr>
          <p:cNvPr id="4" name="Slide Image Placeholder 3"/>
          <p:cNvSpPr>
            <a:spLocks noGrp="1" noRot="1" noChangeAspect="1"/>
          </p:cNvSpPr>
          <p:nvPr>
            <p:ph type="sldImg" idx="2"/>
          </p:nvPr>
        </p:nvSpPr>
        <p:spPr>
          <a:xfrm>
            <a:off x="1238250" y="685800"/>
            <a:ext cx="43815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9E23624-96B6-4836-88C0-3931AE0DBC0A}" type="slidenum">
              <a:rPr lang="en-US" smtClean="0"/>
              <a:t>‹#›</a:t>
            </a:fld>
            <a:endParaRPr lang="en-US"/>
          </a:p>
        </p:txBody>
      </p:sp>
    </p:spTree>
    <p:extLst>
      <p:ext uri="{BB962C8B-B14F-4D97-AF65-F5344CB8AC3E}">
        <p14:creationId xmlns:p14="http://schemas.microsoft.com/office/powerpoint/2010/main" val="513956452"/>
      </p:ext>
    </p:extLst>
  </p:cSld>
  <p:clrMap bg1="lt1" tx1="dk1" bg2="lt2" tx2="dk2" accent1="accent1" accent2="accent2" accent3="accent3" accent4="accent4" accent5="accent5" accent6="accent6" hlink="hlink" folHlink="folHlink"/>
  <p:notesStyle>
    <a:lvl1pPr marL="0" algn="l" defTabSz="4389120" rtl="0" eaLnBrk="1" latinLnBrk="0" hangingPunct="1">
      <a:defRPr sz="5800" kern="1200">
        <a:solidFill>
          <a:schemeClr val="tx1"/>
        </a:solidFill>
        <a:latin typeface="+mn-lt"/>
        <a:ea typeface="+mn-ea"/>
        <a:cs typeface="+mn-cs"/>
      </a:defRPr>
    </a:lvl1pPr>
    <a:lvl2pPr marL="2194560" algn="l" defTabSz="4389120" rtl="0" eaLnBrk="1" latinLnBrk="0" hangingPunct="1">
      <a:defRPr sz="5800" kern="1200">
        <a:solidFill>
          <a:schemeClr val="tx1"/>
        </a:solidFill>
        <a:latin typeface="+mn-lt"/>
        <a:ea typeface="+mn-ea"/>
        <a:cs typeface="+mn-cs"/>
      </a:defRPr>
    </a:lvl2pPr>
    <a:lvl3pPr marL="4389120" algn="l" defTabSz="4389120" rtl="0" eaLnBrk="1" latinLnBrk="0" hangingPunct="1">
      <a:defRPr sz="5800" kern="1200">
        <a:solidFill>
          <a:schemeClr val="tx1"/>
        </a:solidFill>
        <a:latin typeface="+mn-lt"/>
        <a:ea typeface="+mn-ea"/>
        <a:cs typeface="+mn-cs"/>
      </a:defRPr>
    </a:lvl3pPr>
    <a:lvl4pPr marL="6583680" algn="l" defTabSz="4389120" rtl="0" eaLnBrk="1" latinLnBrk="0" hangingPunct="1">
      <a:defRPr sz="5800" kern="1200">
        <a:solidFill>
          <a:schemeClr val="tx1"/>
        </a:solidFill>
        <a:latin typeface="+mn-lt"/>
        <a:ea typeface="+mn-ea"/>
        <a:cs typeface="+mn-cs"/>
      </a:defRPr>
    </a:lvl4pPr>
    <a:lvl5pPr marL="8778240" algn="l" defTabSz="4389120" rtl="0" eaLnBrk="1" latinLnBrk="0" hangingPunct="1">
      <a:defRPr sz="5800" kern="1200">
        <a:solidFill>
          <a:schemeClr val="tx1"/>
        </a:solidFill>
        <a:latin typeface="+mn-lt"/>
        <a:ea typeface="+mn-ea"/>
        <a:cs typeface="+mn-cs"/>
      </a:defRPr>
    </a:lvl5pPr>
    <a:lvl6pPr marL="10972800" algn="l" defTabSz="4389120" rtl="0" eaLnBrk="1" latinLnBrk="0" hangingPunct="1">
      <a:defRPr sz="5800" kern="1200">
        <a:solidFill>
          <a:schemeClr val="tx1"/>
        </a:solidFill>
        <a:latin typeface="+mn-lt"/>
        <a:ea typeface="+mn-ea"/>
        <a:cs typeface="+mn-cs"/>
      </a:defRPr>
    </a:lvl6pPr>
    <a:lvl7pPr marL="13167360" algn="l" defTabSz="4389120" rtl="0" eaLnBrk="1" latinLnBrk="0" hangingPunct="1">
      <a:defRPr sz="5800" kern="1200">
        <a:solidFill>
          <a:schemeClr val="tx1"/>
        </a:solidFill>
        <a:latin typeface="+mn-lt"/>
        <a:ea typeface="+mn-ea"/>
        <a:cs typeface="+mn-cs"/>
      </a:defRPr>
    </a:lvl7pPr>
    <a:lvl8pPr marL="15361920" algn="l" defTabSz="4389120" rtl="0" eaLnBrk="1" latinLnBrk="0" hangingPunct="1">
      <a:defRPr sz="5800" kern="1200">
        <a:solidFill>
          <a:schemeClr val="tx1"/>
        </a:solidFill>
        <a:latin typeface="+mn-lt"/>
        <a:ea typeface="+mn-ea"/>
        <a:cs typeface="+mn-cs"/>
      </a:defRPr>
    </a:lvl8pPr>
    <a:lvl9pPr marL="17556480" algn="l" defTabSz="4389120" rtl="0" eaLnBrk="1" latinLnBrk="0" hangingPunct="1">
      <a:defRPr sz="58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154680" y="10226042"/>
            <a:ext cx="35753040" cy="7056120"/>
          </a:xfrm>
        </p:spPr>
        <p:txBody>
          <a:bodyPr/>
          <a:lstStyle/>
          <a:p>
            <a:r>
              <a:rPr lang="en-US"/>
              <a:t>Click to edit Master title style</a:t>
            </a:r>
          </a:p>
        </p:txBody>
      </p:sp>
      <p:sp>
        <p:nvSpPr>
          <p:cNvPr id="3" name="Subtitle 2"/>
          <p:cNvSpPr>
            <a:spLocks noGrp="1"/>
          </p:cNvSpPr>
          <p:nvPr>
            <p:ph type="subTitle" idx="1"/>
          </p:nvPr>
        </p:nvSpPr>
        <p:spPr>
          <a:xfrm>
            <a:off x="6309360" y="18653760"/>
            <a:ext cx="29443680" cy="8412480"/>
          </a:xfrm>
        </p:spPr>
        <p:txBody>
          <a:bodyPr/>
          <a:lstStyle>
            <a:lvl1pPr marL="0" indent="0" algn="ctr">
              <a:buNone/>
              <a:defRPr>
                <a:solidFill>
                  <a:schemeClr val="tx1">
                    <a:tint val="75000"/>
                  </a:schemeClr>
                </a:solidFill>
              </a:defRPr>
            </a:lvl1pPr>
            <a:lvl2pPr marL="2103047" indent="0" algn="ctr">
              <a:buNone/>
              <a:defRPr>
                <a:solidFill>
                  <a:schemeClr val="tx1">
                    <a:tint val="75000"/>
                  </a:schemeClr>
                </a:solidFill>
              </a:defRPr>
            </a:lvl2pPr>
            <a:lvl3pPr marL="4206094" indent="0" algn="ctr">
              <a:buNone/>
              <a:defRPr>
                <a:solidFill>
                  <a:schemeClr val="tx1">
                    <a:tint val="75000"/>
                  </a:schemeClr>
                </a:solidFill>
              </a:defRPr>
            </a:lvl3pPr>
            <a:lvl4pPr marL="6309141" indent="0" algn="ctr">
              <a:buNone/>
              <a:defRPr>
                <a:solidFill>
                  <a:schemeClr val="tx1">
                    <a:tint val="75000"/>
                  </a:schemeClr>
                </a:solidFill>
              </a:defRPr>
            </a:lvl4pPr>
            <a:lvl5pPr marL="8412187" indent="0" algn="ctr">
              <a:buNone/>
              <a:defRPr>
                <a:solidFill>
                  <a:schemeClr val="tx1">
                    <a:tint val="75000"/>
                  </a:schemeClr>
                </a:solidFill>
              </a:defRPr>
            </a:lvl5pPr>
            <a:lvl6pPr marL="10515234" indent="0" algn="ctr">
              <a:buNone/>
              <a:defRPr>
                <a:solidFill>
                  <a:schemeClr val="tx1">
                    <a:tint val="75000"/>
                  </a:schemeClr>
                </a:solidFill>
              </a:defRPr>
            </a:lvl6pPr>
            <a:lvl7pPr marL="12618281" indent="0" algn="ctr">
              <a:buNone/>
              <a:defRPr>
                <a:solidFill>
                  <a:schemeClr val="tx1">
                    <a:tint val="75000"/>
                  </a:schemeClr>
                </a:solidFill>
              </a:defRPr>
            </a:lvl7pPr>
            <a:lvl8pPr marL="14721328" indent="0" algn="ctr">
              <a:buNone/>
              <a:defRPr>
                <a:solidFill>
                  <a:schemeClr val="tx1">
                    <a:tint val="75000"/>
                  </a:schemeClr>
                </a:solidFill>
              </a:defRPr>
            </a:lvl8pPr>
            <a:lvl9pPr marL="16824375"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E1524C-2386-4A77-AA3F-47DF77D98E67}" type="datetimeFigureOut">
              <a:rPr lang="en-US" smtClean="0"/>
              <a:t>4/12/2025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0857A-08FC-4098-8B90-E25E1691C69A}" type="slidenum">
              <a:rPr lang="en-US" smtClean="0"/>
              <a:t>‹#›</a:t>
            </a:fld>
            <a:endParaRPr lang="en-US"/>
          </a:p>
        </p:txBody>
      </p:sp>
      <p:sp>
        <p:nvSpPr>
          <p:cNvPr id="7" name="Rectangle 6">
            <a:extLst>
              <a:ext uri="{FF2B5EF4-FFF2-40B4-BE49-F238E27FC236}">
                <a16:creationId xmlns:a16="http://schemas.microsoft.com/office/drawing/2014/main" id="{F5903872-9004-B642-BC40-28308312DE72}"/>
              </a:ext>
            </a:extLst>
          </p:cNvPr>
          <p:cNvSpPr/>
          <p:nvPr userDrawn="1"/>
        </p:nvSpPr>
        <p:spPr>
          <a:xfrm>
            <a:off x="0" y="-76200"/>
            <a:ext cx="42062400" cy="3200400"/>
          </a:xfrm>
          <a:prstGeom prst="rect">
            <a:avLst/>
          </a:prstGeom>
          <a:solidFill>
            <a:srgbClr val="C810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51F99F87-202D-7E4A-82CF-5C9A77BFE3E1}"/>
              </a:ext>
            </a:extLst>
          </p:cNvPr>
          <p:cNvPicPr>
            <a:picLocks noChangeAspect="1"/>
          </p:cNvPicPr>
          <p:nvPr userDrawn="1"/>
        </p:nvPicPr>
        <p:blipFill>
          <a:blip r:embed="rId2"/>
          <a:stretch>
            <a:fillRect/>
          </a:stretch>
        </p:blipFill>
        <p:spPr>
          <a:xfrm>
            <a:off x="1239520" y="996604"/>
            <a:ext cx="10139680" cy="1422372"/>
          </a:xfrm>
          <a:prstGeom prst="rect">
            <a:avLst/>
          </a:prstGeom>
        </p:spPr>
      </p:pic>
      <p:pic>
        <p:nvPicPr>
          <p:cNvPr id="9" name="Picture 8">
            <a:extLst>
              <a:ext uri="{FF2B5EF4-FFF2-40B4-BE49-F238E27FC236}">
                <a16:creationId xmlns:a16="http://schemas.microsoft.com/office/drawing/2014/main" id="{EA2CAD84-D99F-3748-AF2C-8B1FE58D1D6D}"/>
              </a:ext>
            </a:extLst>
          </p:cNvPr>
          <p:cNvPicPr>
            <a:picLocks noChangeAspect="1"/>
          </p:cNvPicPr>
          <p:nvPr userDrawn="1"/>
        </p:nvPicPr>
        <p:blipFill>
          <a:blip r:embed="rId3"/>
          <a:stretch>
            <a:fillRect/>
          </a:stretch>
        </p:blipFill>
        <p:spPr>
          <a:xfrm>
            <a:off x="28651200" y="1197942"/>
            <a:ext cx="11684000" cy="1019695"/>
          </a:xfrm>
          <a:prstGeom prst="rect">
            <a:avLst/>
          </a:prstGeom>
        </p:spPr>
      </p:pic>
    </p:spTree>
    <p:extLst>
      <p:ext uri="{BB962C8B-B14F-4D97-AF65-F5344CB8AC3E}">
        <p14:creationId xmlns:p14="http://schemas.microsoft.com/office/powerpoint/2010/main" val="994000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103120" y="3048000"/>
            <a:ext cx="37856160" cy="3756662"/>
          </a:xfrm>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E1524C-2386-4A77-AA3F-47DF77D98E67}" type="datetimeFigureOut">
              <a:rPr lang="en-US" smtClean="0"/>
              <a:t>4/12/2025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39633893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322640" y="21153122"/>
            <a:ext cx="35753040" cy="6537960"/>
          </a:xfrm>
        </p:spPr>
        <p:txBody>
          <a:bodyPr anchor="t"/>
          <a:lstStyle>
            <a:lvl1pPr algn="l">
              <a:defRPr sz="18399" b="1" cap="all"/>
            </a:lvl1pPr>
          </a:lstStyle>
          <a:p>
            <a:r>
              <a:rPr lang="en-US"/>
              <a:t>Click to edit Master title style</a:t>
            </a:r>
          </a:p>
        </p:txBody>
      </p:sp>
      <p:sp>
        <p:nvSpPr>
          <p:cNvPr id="3" name="Text Placeholder 2"/>
          <p:cNvSpPr>
            <a:spLocks noGrp="1"/>
          </p:cNvSpPr>
          <p:nvPr>
            <p:ph type="body" idx="1"/>
          </p:nvPr>
        </p:nvSpPr>
        <p:spPr>
          <a:xfrm>
            <a:off x="3322640" y="13952226"/>
            <a:ext cx="35753040" cy="7200898"/>
          </a:xfrm>
        </p:spPr>
        <p:txBody>
          <a:bodyPr anchor="b"/>
          <a:lstStyle>
            <a:lvl1pPr marL="0" indent="0">
              <a:buNone/>
              <a:defRPr sz="9200">
                <a:solidFill>
                  <a:schemeClr val="tx1">
                    <a:tint val="75000"/>
                  </a:schemeClr>
                </a:solidFill>
              </a:defRPr>
            </a:lvl1pPr>
            <a:lvl2pPr marL="2103047" indent="0">
              <a:buNone/>
              <a:defRPr sz="8241">
                <a:solidFill>
                  <a:schemeClr val="tx1">
                    <a:tint val="75000"/>
                  </a:schemeClr>
                </a:solidFill>
              </a:defRPr>
            </a:lvl2pPr>
            <a:lvl3pPr marL="4206094" indent="0">
              <a:buNone/>
              <a:defRPr sz="7379">
                <a:solidFill>
                  <a:schemeClr val="tx1">
                    <a:tint val="75000"/>
                  </a:schemeClr>
                </a:solidFill>
              </a:defRPr>
            </a:lvl3pPr>
            <a:lvl4pPr marL="6309141" indent="0">
              <a:buNone/>
              <a:defRPr sz="6421">
                <a:solidFill>
                  <a:schemeClr val="tx1">
                    <a:tint val="75000"/>
                  </a:schemeClr>
                </a:solidFill>
              </a:defRPr>
            </a:lvl4pPr>
            <a:lvl5pPr marL="8412187" indent="0">
              <a:buNone/>
              <a:defRPr sz="6421">
                <a:solidFill>
                  <a:schemeClr val="tx1">
                    <a:tint val="75000"/>
                  </a:schemeClr>
                </a:solidFill>
              </a:defRPr>
            </a:lvl5pPr>
            <a:lvl6pPr marL="10515234" indent="0">
              <a:buNone/>
              <a:defRPr sz="6421">
                <a:solidFill>
                  <a:schemeClr val="tx1">
                    <a:tint val="75000"/>
                  </a:schemeClr>
                </a:solidFill>
              </a:defRPr>
            </a:lvl6pPr>
            <a:lvl7pPr marL="12618281" indent="0">
              <a:buNone/>
              <a:defRPr sz="6421">
                <a:solidFill>
                  <a:schemeClr val="tx1">
                    <a:tint val="75000"/>
                  </a:schemeClr>
                </a:solidFill>
              </a:defRPr>
            </a:lvl7pPr>
            <a:lvl8pPr marL="14721328" indent="0">
              <a:buNone/>
              <a:defRPr sz="6421">
                <a:solidFill>
                  <a:schemeClr val="tx1">
                    <a:tint val="75000"/>
                  </a:schemeClr>
                </a:solidFill>
              </a:defRPr>
            </a:lvl8pPr>
            <a:lvl9pPr marL="16824375" indent="0">
              <a:buNone/>
              <a:defRPr sz="6421">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E1524C-2386-4A77-AA3F-47DF77D98E67}" type="datetimeFigureOut">
              <a:rPr lang="en-US" smtClean="0"/>
              <a:t>4/12/2025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37764905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103120" y="7680964"/>
            <a:ext cx="18577560" cy="21724622"/>
          </a:xfrm>
        </p:spPr>
        <p:txBody>
          <a:bodyPr/>
          <a:lstStyle>
            <a:lvl1pPr>
              <a:defRPr sz="12841"/>
            </a:lvl1pPr>
            <a:lvl2pPr>
              <a:defRPr sz="11020"/>
            </a:lvl2pPr>
            <a:lvl3pPr>
              <a:defRPr sz="9200"/>
            </a:lvl3pPr>
            <a:lvl4pPr>
              <a:defRPr sz="8241"/>
            </a:lvl4pPr>
            <a:lvl5pPr>
              <a:defRPr sz="8241"/>
            </a:lvl5pPr>
            <a:lvl6pPr>
              <a:defRPr sz="8241"/>
            </a:lvl6pPr>
            <a:lvl7pPr>
              <a:defRPr sz="8241"/>
            </a:lvl7pPr>
            <a:lvl8pPr>
              <a:defRPr sz="8241"/>
            </a:lvl8pPr>
            <a:lvl9pPr>
              <a:defRPr sz="8241"/>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1381720" y="7680964"/>
            <a:ext cx="18577560" cy="21724622"/>
          </a:xfrm>
        </p:spPr>
        <p:txBody>
          <a:bodyPr/>
          <a:lstStyle>
            <a:lvl1pPr>
              <a:defRPr sz="12841"/>
            </a:lvl1pPr>
            <a:lvl2pPr>
              <a:defRPr sz="11020"/>
            </a:lvl2pPr>
            <a:lvl3pPr>
              <a:defRPr sz="9200"/>
            </a:lvl3pPr>
            <a:lvl4pPr>
              <a:defRPr sz="8241"/>
            </a:lvl4pPr>
            <a:lvl5pPr>
              <a:defRPr sz="8241"/>
            </a:lvl5pPr>
            <a:lvl6pPr>
              <a:defRPr sz="8241"/>
            </a:lvl6pPr>
            <a:lvl7pPr>
              <a:defRPr sz="8241"/>
            </a:lvl7pPr>
            <a:lvl8pPr>
              <a:defRPr sz="8241"/>
            </a:lvl8pPr>
            <a:lvl9pPr>
              <a:defRPr sz="8241"/>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E1524C-2386-4A77-AA3F-47DF77D98E67}" type="datetimeFigureOut">
              <a:rPr lang="en-US" smtClean="0"/>
              <a:t>4/12/2025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26245714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2103123" y="7368543"/>
            <a:ext cx="18584865" cy="3070858"/>
          </a:xfrm>
        </p:spPr>
        <p:txBody>
          <a:bodyPr anchor="b"/>
          <a:lstStyle>
            <a:lvl1pPr marL="0" indent="0">
              <a:buNone/>
              <a:defRPr sz="11020" b="1"/>
            </a:lvl1pPr>
            <a:lvl2pPr marL="2103047" indent="0">
              <a:buNone/>
              <a:defRPr sz="9200" b="1"/>
            </a:lvl2pPr>
            <a:lvl3pPr marL="4206094" indent="0">
              <a:buNone/>
              <a:defRPr sz="8241" b="1"/>
            </a:lvl3pPr>
            <a:lvl4pPr marL="6309141" indent="0">
              <a:buNone/>
              <a:defRPr sz="7379" b="1"/>
            </a:lvl4pPr>
            <a:lvl5pPr marL="8412187" indent="0">
              <a:buNone/>
              <a:defRPr sz="7379" b="1"/>
            </a:lvl5pPr>
            <a:lvl6pPr marL="10515234" indent="0">
              <a:buNone/>
              <a:defRPr sz="7379" b="1"/>
            </a:lvl6pPr>
            <a:lvl7pPr marL="12618281" indent="0">
              <a:buNone/>
              <a:defRPr sz="7379" b="1"/>
            </a:lvl7pPr>
            <a:lvl8pPr marL="14721328" indent="0">
              <a:buNone/>
              <a:defRPr sz="7379" b="1"/>
            </a:lvl8pPr>
            <a:lvl9pPr marL="16824375" indent="0">
              <a:buNone/>
              <a:defRPr sz="7379" b="1"/>
            </a:lvl9pPr>
          </a:lstStyle>
          <a:p>
            <a:pPr lvl="0"/>
            <a:r>
              <a:rPr lang="en-US"/>
              <a:t>Click to edit Master text styles</a:t>
            </a:r>
          </a:p>
        </p:txBody>
      </p:sp>
      <p:sp>
        <p:nvSpPr>
          <p:cNvPr id="4" name="Content Placeholder 3"/>
          <p:cNvSpPr>
            <a:spLocks noGrp="1"/>
          </p:cNvSpPr>
          <p:nvPr>
            <p:ph sz="half" idx="2"/>
          </p:nvPr>
        </p:nvSpPr>
        <p:spPr>
          <a:xfrm>
            <a:off x="2103123" y="10439401"/>
            <a:ext cx="18584865" cy="18966182"/>
          </a:xfrm>
        </p:spPr>
        <p:txBody>
          <a:bodyPr/>
          <a:lstStyle>
            <a:lvl1pPr>
              <a:defRPr sz="11020"/>
            </a:lvl1pPr>
            <a:lvl2pPr>
              <a:defRPr sz="9200"/>
            </a:lvl2pPr>
            <a:lvl3pPr>
              <a:defRPr sz="8241"/>
            </a:lvl3pPr>
            <a:lvl4pPr>
              <a:defRPr sz="7379"/>
            </a:lvl4pPr>
            <a:lvl5pPr>
              <a:defRPr sz="7379"/>
            </a:lvl5pPr>
            <a:lvl6pPr>
              <a:defRPr sz="7379"/>
            </a:lvl6pPr>
            <a:lvl7pPr>
              <a:defRPr sz="7379"/>
            </a:lvl7pPr>
            <a:lvl8pPr>
              <a:defRPr sz="7379"/>
            </a:lvl8pPr>
            <a:lvl9pPr>
              <a:defRPr sz="7379"/>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1367118" y="7368543"/>
            <a:ext cx="18592165" cy="3070858"/>
          </a:xfrm>
        </p:spPr>
        <p:txBody>
          <a:bodyPr anchor="b"/>
          <a:lstStyle>
            <a:lvl1pPr marL="0" indent="0">
              <a:buNone/>
              <a:defRPr sz="11020" b="1"/>
            </a:lvl1pPr>
            <a:lvl2pPr marL="2103047" indent="0">
              <a:buNone/>
              <a:defRPr sz="9200" b="1"/>
            </a:lvl2pPr>
            <a:lvl3pPr marL="4206094" indent="0">
              <a:buNone/>
              <a:defRPr sz="8241" b="1"/>
            </a:lvl3pPr>
            <a:lvl4pPr marL="6309141" indent="0">
              <a:buNone/>
              <a:defRPr sz="7379" b="1"/>
            </a:lvl4pPr>
            <a:lvl5pPr marL="8412187" indent="0">
              <a:buNone/>
              <a:defRPr sz="7379" b="1"/>
            </a:lvl5pPr>
            <a:lvl6pPr marL="10515234" indent="0">
              <a:buNone/>
              <a:defRPr sz="7379" b="1"/>
            </a:lvl6pPr>
            <a:lvl7pPr marL="12618281" indent="0">
              <a:buNone/>
              <a:defRPr sz="7379" b="1"/>
            </a:lvl7pPr>
            <a:lvl8pPr marL="14721328" indent="0">
              <a:buNone/>
              <a:defRPr sz="7379" b="1"/>
            </a:lvl8pPr>
            <a:lvl9pPr marL="16824375" indent="0">
              <a:buNone/>
              <a:defRPr sz="7379" b="1"/>
            </a:lvl9pPr>
          </a:lstStyle>
          <a:p>
            <a:pPr lvl="0"/>
            <a:r>
              <a:rPr lang="en-US"/>
              <a:t>Click to edit Master text styles</a:t>
            </a:r>
          </a:p>
        </p:txBody>
      </p:sp>
      <p:sp>
        <p:nvSpPr>
          <p:cNvPr id="6" name="Content Placeholder 5"/>
          <p:cNvSpPr>
            <a:spLocks noGrp="1"/>
          </p:cNvSpPr>
          <p:nvPr>
            <p:ph sz="quarter" idx="4"/>
          </p:nvPr>
        </p:nvSpPr>
        <p:spPr>
          <a:xfrm>
            <a:off x="21367118" y="10439401"/>
            <a:ext cx="18592165" cy="18966182"/>
          </a:xfrm>
        </p:spPr>
        <p:txBody>
          <a:bodyPr/>
          <a:lstStyle>
            <a:lvl1pPr>
              <a:defRPr sz="11020"/>
            </a:lvl1pPr>
            <a:lvl2pPr>
              <a:defRPr sz="9200"/>
            </a:lvl2pPr>
            <a:lvl3pPr>
              <a:defRPr sz="8241"/>
            </a:lvl3pPr>
            <a:lvl4pPr>
              <a:defRPr sz="7379"/>
            </a:lvl4pPr>
            <a:lvl5pPr>
              <a:defRPr sz="7379"/>
            </a:lvl5pPr>
            <a:lvl6pPr>
              <a:defRPr sz="7379"/>
            </a:lvl6pPr>
            <a:lvl7pPr>
              <a:defRPr sz="7379"/>
            </a:lvl7pPr>
            <a:lvl8pPr>
              <a:defRPr sz="7379"/>
            </a:lvl8pPr>
            <a:lvl9pPr>
              <a:defRPr sz="7379"/>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E1524C-2386-4A77-AA3F-47DF77D98E67}" type="datetimeFigureOut">
              <a:rPr lang="en-US" smtClean="0"/>
              <a:t>4/12/2025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7823160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E1524C-2386-4A77-AA3F-47DF77D98E67}" type="datetimeFigureOut">
              <a:rPr lang="en-US" smtClean="0"/>
              <a:t>4/12/2025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19476475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E1524C-2386-4A77-AA3F-47DF77D98E67}" type="datetimeFigureOut">
              <a:rPr lang="en-US" smtClean="0"/>
              <a:t>4/12/2025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40443231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03125" y="1310640"/>
            <a:ext cx="13838240" cy="5577840"/>
          </a:xfrm>
        </p:spPr>
        <p:txBody>
          <a:bodyPr anchor="b"/>
          <a:lstStyle>
            <a:lvl1pPr algn="l">
              <a:defRPr sz="9200" b="1"/>
            </a:lvl1pPr>
          </a:lstStyle>
          <a:p>
            <a:r>
              <a:rPr lang="en-US"/>
              <a:t>Click to edit Master title style</a:t>
            </a:r>
          </a:p>
        </p:txBody>
      </p:sp>
      <p:sp>
        <p:nvSpPr>
          <p:cNvPr id="3" name="Content Placeholder 2"/>
          <p:cNvSpPr>
            <a:spLocks noGrp="1"/>
          </p:cNvSpPr>
          <p:nvPr>
            <p:ph idx="1"/>
          </p:nvPr>
        </p:nvSpPr>
        <p:spPr>
          <a:xfrm>
            <a:off x="16445230" y="1310644"/>
            <a:ext cx="23514050" cy="28094942"/>
          </a:xfrm>
        </p:spPr>
        <p:txBody>
          <a:bodyPr/>
          <a:lstStyle>
            <a:lvl1pPr>
              <a:defRPr sz="14758"/>
            </a:lvl1pPr>
            <a:lvl2pPr>
              <a:defRPr sz="12841"/>
            </a:lvl2pPr>
            <a:lvl3pPr>
              <a:defRPr sz="11020"/>
            </a:lvl3pPr>
            <a:lvl4pPr>
              <a:defRPr sz="9200"/>
            </a:lvl4pPr>
            <a:lvl5pPr>
              <a:defRPr sz="9200"/>
            </a:lvl5pPr>
            <a:lvl6pPr>
              <a:defRPr sz="9200"/>
            </a:lvl6pPr>
            <a:lvl7pPr>
              <a:defRPr sz="9200"/>
            </a:lvl7pPr>
            <a:lvl8pPr>
              <a:defRPr sz="9200"/>
            </a:lvl8pPr>
            <a:lvl9pPr>
              <a:defRPr sz="9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103125" y="6888484"/>
            <a:ext cx="13838240" cy="22517102"/>
          </a:xfrm>
        </p:spPr>
        <p:txBody>
          <a:bodyPr/>
          <a:lstStyle>
            <a:lvl1pPr marL="0" indent="0">
              <a:buNone/>
              <a:defRPr sz="6421"/>
            </a:lvl1pPr>
            <a:lvl2pPr marL="2103047" indent="0">
              <a:buNone/>
              <a:defRPr sz="5558"/>
            </a:lvl2pPr>
            <a:lvl3pPr marL="4206094" indent="0">
              <a:buNone/>
              <a:defRPr sz="4600"/>
            </a:lvl3pPr>
            <a:lvl4pPr marL="6309141" indent="0">
              <a:buNone/>
              <a:defRPr sz="4121"/>
            </a:lvl4pPr>
            <a:lvl5pPr marL="8412187" indent="0">
              <a:buNone/>
              <a:defRPr sz="4121"/>
            </a:lvl5pPr>
            <a:lvl6pPr marL="10515234" indent="0">
              <a:buNone/>
              <a:defRPr sz="4121"/>
            </a:lvl6pPr>
            <a:lvl7pPr marL="12618281" indent="0">
              <a:buNone/>
              <a:defRPr sz="4121"/>
            </a:lvl7pPr>
            <a:lvl8pPr marL="14721328" indent="0">
              <a:buNone/>
              <a:defRPr sz="4121"/>
            </a:lvl8pPr>
            <a:lvl9pPr marL="16824375" indent="0">
              <a:buNone/>
              <a:defRPr sz="4121"/>
            </a:lvl9pPr>
          </a:lstStyle>
          <a:p>
            <a:pPr lvl="0"/>
            <a:r>
              <a:rPr lang="en-US"/>
              <a:t>Click to edit Master text styles</a:t>
            </a:r>
          </a:p>
        </p:txBody>
      </p:sp>
      <p:sp>
        <p:nvSpPr>
          <p:cNvPr id="5" name="Date Placeholder 4"/>
          <p:cNvSpPr>
            <a:spLocks noGrp="1"/>
          </p:cNvSpPr>
          <p:nvPr>
            <p:ph type="dt" sz="half" idx="10"/>
          </p:nvPr>
        </p:nvSpPr>
        <p:spPr/>
        <p:txBody>
          <a:bodyPr/>
          <a:lstStyle/>
          <a:p>
            <a:fld id="{24E1524C-2386-4A77-AA3F-47DF77D98E67}" type="datetimeFigureOut">
              <a:rPr lang="en-US" smtClean="0"/>
              <a:t>4/12/2025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28113443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244525" y="23042881"/>
            <a:ext cx="25237440" cy="2720342"/>
          </a:xfrm>
        </p:spPr>
        <p:txBody>
          <a:bodyPr anchor="b"/>
          <a:lstStyle>
            <a:lvl1pPr algn="l">
              <a:defRPr sz="9200" b="1"/>
            </a:lvl1pPr>
          </a:lstStyle>
          <a:p>
            <a:r>
              <a:rPr lang="en-US"/>
              <a:t>Click to edit Master title style</a:t>
            </a:r>
          </a:p>
        </p:txBody>
      </p:sp>
      <p:sp>
        <p:nvSpPr>
          <p:cNvPr id="3" name="Picture Placeholder 2"/>
          <p:cNvSpPr>
            <a:spLocks noGrp="1"/>
          </p:cNvSpPr>
          <p:nvPr>
            <p:ph type="pic" idx="1"/>
          </p:nvPr>
        </p:nvSpPr>
        <p:spPr>
          <a:xfrm>
            <a:off x="8244525" y="2941320"/>
            <a:ext cx="25237440" cy="19751040"/>
          </a:xfrm>
        </p:spPr>
        <p:txBody>
          <a:bodyPr/>
          <a:lstStyle>
            <a:lvl1pPr marL="0" indent="0">
              <a:buNone/>
              <a:defRPr sz="14758"/>
            </a:lvl1pPr>
            <a:lvl2pPr marL="2103047" indent="0">
              <a:buNone/>
              <a:defRPr sz="12841"/>
            </a:lvl2pPr>
            <a:lvl3pPr marL="4206094" indent="0">
              <a:buNone/>
              <a:defRPr sz="11020"/>
            </a:lvl3pPr>
            <a:lvl4pPr marL="6309141" indent="0">
              <a:buNone/>
              <a:defRPr sz="9200"/>
            </a:lvl4pPr>
            <a:lvl5pPr marL="8412187" indent="0">
              <a:buNone/>
              <a:defRPr sz="9200"/>
            </a:lvl5pPr>
            <a:lvl6pPr marL="10515234" indent="0">
              <a:buNone/>
              <a:defRPr sz="9200"/>
            </a:lvl6pPr>
            <a:lvl7pPr marL="12618281" indent="0">
              <a:buNone/>
              <a:defRPr sz="9200"/>
            </a:lvl7pPr>
            <a:lvl8pPr marL="14721328" indent="0">
              <a:buNone/>
              <a:defRPr sz="9200"/>
            </a:lvl8pPr>
            <a:lvl9pPr marL="16824375" indent="0">
              <a:buNone/>
              <a:defRPr sz="9200"/>
            </a:lvl9pPr>
          </a:lstStyle>
          <a:p>
            <a:endParaRPr lang="en-US"/>
          </a:p>
        </p:txBody>
      </p:sp>
      <p:sp>
        <p:nvSpPr>
          <p:cNvPr id="4" name="Text Placeholder 3"/>
          <p:cNvSpPr>
            <a:spLocks noGrp="1"/>
          </p:cNvSpPr>
          <p:nvPr>
            <p:ph type="body" sz="half" idx="2"/>
          </p:nvPr>
        </p:nvSpPr>
        <p:spPr>
          <a:xfrm>
            <a:off x="8244525" y="25763223"/>
            <a:ext cx="25237440" cy="3863338"/>
          </a:xfrm>
        </p:spPr>
        <p:txBody>
          <a:bodyPr/>
          <a:lstStyle>
            <a:lvl1pPr marL="0" indent="0">
              <a:buNone/>
              <a:defRPr sz="6421"/>
            </a:lvl1pPr>
            <a:lvl2pPr marL="2103047" indent="0">
              <a:buNone/>
              <a:defRPr sz="5558"/>
            </a:lvl2pPr>
            <a:lvl3pPr marL="4206094" indent="0">
              <a:buNone/>
              <a:defRPr sz="4600"/>
            </a:lvl3pPr>
            <a:lvl4pPr marL="6309141" indent="0">
              <a:buNone/>
              <a:defRPr sz="4121"/>
            </a:lvl4pPr>
            <a:lvl5pPr marL="8412187" indent="0">
              <a:buNone/>
              <a:defRPr sz="4121"/>
            </a:lvl5pPr>
            <a:lvl6pPr marL="10515234" indent="0">
              <a:buNone/>
              <a:defRPr sz="4121"/>
            </a:lvl6pPr>
            <a:lvl7pPr marL="12618281" indent="0">
              <a:buNone/>
              <a:defRPr sz="4121"/>
            </a:lvl7pPr>
            <a:lvl8pPr marL="14721328" indent="0">
              <a:buNone/>
              <a:defRPr sz="4121"/>
            </a:lvl8pPr>
            <a:lvl9pPr marL="16824375" indent="0">
              <a:buNone/>
              <a:defRPr sz="4121"/>
            </a:lvl9pPr>
          </a:lstStyle>
          <a:p>
            <a:pPr lvl="0"/>
            <a:r>
              <a:rPr lang="en-US"/>
              <a:t>Click to edit Master text styles</a:t>
            </a:r>
          </a:p>
        </p:txBody>
      </p:sp>
      <p:sp>
        <p:nvSpPr>
          <p:cNvPr id="5" name="Date Placeholder 4"/>
          <p:cNvSpPr>
            <a:spLocks noGrp="1"/>
          </p:cNvSpPr>
          <p:nvPr>
            <p:ph type="dt" sz="half" idx="10"/>
          </p:nvPr>
        </p:nvSpPr>
        <p:spPr/>
        <p:txBody>
          <a:bodyPr/>
          <a:lstStyle/>
          <a:p>
            <a:fld id="{24E1524C-2386-4A77-AA3F-47DF77D98E67}" type="datetimeFigureOut">
              <a:rPr lang="en-US" smtClean="0"/>
              <a:t>4/12/2025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28024623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E1524C-2386-4A77-AA3F-47DF77D98E67}" type="datetimeFigureOut">
              <a:rPr lang="en-US" smtClean="0"/>
              <a:t>4/12/2025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7882561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0495240" y="1318265"/>
            <a:ext cx="9464040" cy="2808732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103120" y="1318265"/>
            <a:ext cx="27691080" cy="2808732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E1524C-2386-4A77-AA3F-47DF77D98E67}" type="datetimeFigureOut">
              <a:rPr lang="en-US" smtClean="0"/>
              <a:t>4/12/2025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8990038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emf"/><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103120" y="1318262"/>
            <a:ext cx="37856160" cy="5486400"/>
          </a:xfrm>
          <a:prstGeom prst="rect">
            <a:avLst/>
          </a:prstGeom>
        </p:spPr>
        <p:txBody>
          <a:bodyPr vert="horz" lIns="438912" tIns="219456" rIns="438912" bIns="219456" rtlCol="0" anchor="ctr">
            <a:normAutofit/>
          </a:bodyPr>
          <a:lstStyle/>
          <a:p>
            <a:r>
              <a:rPr lang="en-US"/>
              <a:t>Click to edit Master title style</a:t>
            </a:r>
          </a:p>
        </p:txBody>
      </p:sp>
      <p:sp>
        <p:nvSpPr>
          <p:cNvPr id="3" name="Text Placeholder 2"/>
          <p:cNvSpPr>
            <a:spLocks noGrp="1"/>
          </p:cNvSpPr>
          <p:nvPr>
            <p:ph type="body" idx="1"/>
          </p:nvPr>
        </p:nvSpPr>
        <p:spPr>
          <a:xfrm>
            <a:off x="2103120" y="7680964"/>
            <a:ext cx="37856160" cy="21724622"/>
          </a:xfrm>
          <a:prstGeom prst="rect">
            <a:avLst/>
          </a:prstGeom>
        </p:spPr>
        <p:txBody>
          <a:bodyPr vert="horz" lIns="438912" tIns="219456" rIns="438912" bIns="219456"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2103120" y="30510482"/>
            <a:ext cx="9814560" cy="1752600"/>
          </a:xfrm>
          <a:prstGeom prst="rect">
            <a:avLst/>
          </a:prstGeom>
        </p:spPr>
        <p:txBody>
          <a:bodyPr vert="horz" lIns="438912" tIns="219456" rIns="438912" bIns="219456" rtlCol="0" anchor="ctr"/>
          <a:lstStyle>
            <a:lvl1pPr algn="l">
              <a:defRPr sz="5558">
                <a:solidFill>
                  <a:schemeClr val="tx1">
                    <a:tint val="75000"/>
                  </a:schemeClr>
                </a:solidFill>
              </a:defRPr>
            </a:lvl1pPr>
          </a:lstStyle>
          <a:p>
            <a:fld id="{24E1524C-2386-4A77-AA3F-47DF77D98E67}" type="datetimeFigureOut">
              <a:rPr lang="en-US" smtClean="0"/>
              <a:t>4/12/2025</a:t>
            </a:fld>
            <a:endParaRPr lang="en-US"/>
          </a:p>
        </p:txBody>
      </p:sp>
      <p:sp>
        <p:nvSpPr>
          <p:cNvPr id="5" name="Footer Placeholder 4"/>
          <p:cNvSpPr>
            <a:spLocks noGrp="1"/>
          </p:cNvSpPr>
          <p:nvPr>
            <p:ph type="ftr" sz="quarter" idx="3"/>
          </p:nvPr>
        </p:nvSpPr>
        <p:spPr>
          <a:xfrm>
            <a:off x="14371320" y="30510482"/>
            <a:ext cx="13319760" cy="1752600"/>
          </a:xfrm>
          <a:prstGeom prst="rect">
            <a:avLst/>
          </a:prstGeom>
        </p:spPr>
        <p:txBody>
          <a:bodyPr vert="horz" lIns="438912" tIns="219456" rIns="438912" bIns="219456" rtlCol="0" anchor="ctr"/>
          <a:lstStyle>
            <a:lvl1pPr algn="ctr">
              <a:defRPr sz="5558">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30144720" y="30510482"/>
            <a:ext cx="9814560" cy="1752600"/>
          </a:xfrm>
          <a:prstGeom prst="rect">
            <a:avLst/>
          </a:prstGeom>
        </p:spPr>
        <p:txBody>
          <a:bodyPr vert="horz" lIns="438912" tIns="219456" rIns="438912" bIns="219456" rtlCol="0" anchor="ctr"/>
          <a:lstStyle>
            <a:lvl1pPr algn="r">
              <a:defRPr sz="5558">
                <a:solidFill>
                  <a:schemeClr val="tx1">
                    <a:tint val="75000"/>
                  </a:schemeClr>
                </a:solidFill>
              </a:defRPr>
            </a:lvl1pPr>
          </a:lstStyle>
          <a:p>
            <a:fld id="{47C0857A-08FC-4098-8B90-E25E1691C69A}" type="slidenum">
              <a:rPr lang="en-US" smtClean="0"/>
              <a:t>‹#›</a:t>
            </a:fld>
            <a:endParaRPr lang="en-US"/>
          </a:p>
        </p:txBody>
      </p:sp>
      <p:sp>
        <p:nvSpPr>
          <p:cNvPr id="7" name="Rectangle 6"/>
          <p:cNvSpPr/>
          <p:nvPr userDrawn="1"/>
        </p:nvSpPr>
        <p:spPr>
          <a:xfrm>
            <a:off x="0" y="-8022"/>
            <a:ext cx="42062400" cy="30861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241" dirty="0"/>
          </a:p>
        </p:txBody>
      </p:sp>
      <p:pic>
        <p:nvPicPr>
          <p:cNvPr id="19" name="Picture 18">
            <a:extLst>
              <a:ext uri="{FF2B5EF4-FFF2-40B4-BE49-F238E27FC236}">
                <a16:creationId xmlns:a16="http://schemas.microsoft.com/office/drawing/2014/main" id="{47613778-1994-7F4E-957C-2C13E92676EE}"/>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511175" y="-674973"/>
            <a:ext cx="13875165" cy="5354722"/>
          </a:xfrm>
          <a:prstGeom prst="rect">
            <a:avLst/>
          </a:prstGeom>
        </p:spPr>
      </p:pic>
      <p:pic>
        <p:nvPicPr>
          <p:cNvPr id="21" name="Picture 20">
            <a:extLst>
              <a:ext uri="{FF2B5EF4-FFF2-40B4-BE49-F238E27FC236}">
                <a16:creationId xmlns:a16="http://schemas.microsoft.com/office/drawing/2014/main" id="{783D97CA-2D64-7045-A598-731D03607CFB}"/>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24463375" y="1066801"/>
            <a:ext cx="16007080" cy="1434099"/>
          </a:xfrm>
          <a:prstGeom prst="rect">
            <a:avLst/>
          </a:prstGeom>
        </p:spPr>
      </p:pic>
    </p:spTree>
    <p:extLst>
      <p:ext uri="{BB962C8B-B14F-4D97-AF65-F5344CB8AC3E}">
        <p14:creationId xmlns:p14="http://schemas.microsoft.com/office/powerpoint/2010/main" val="11904330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206094" rtl="0" eaLnBrk="1" latinLnBrk="0" hangingPunct="1">
        <a:spcBef>
          <a:spcPct val="0"/>
        </a:spcBef>
        <a:buNone/>
        <a:defRPr sz="20220" kern="1200">
          <a:solidFill>
            <a:schemeClr val="tx1"/>
          </a:solidFill>
          <a:latin typeface="+mj-lt"/>
          <a:ea typeface="+mj-ea"/>
          <a:cs typeface="+mj-cs"/>
        </a:defRPr>
      </a:lvl1pPr>
    </p:titleStyle>
    <p:bodyStyle>
      <a:lvl1pPr marL="1577285" indent="-1577285" algn="l" defTabSz="4206094" rtl="0" eaLnBrk="1" latinLnBrk="0" hangingPunct="1">
        <a:spcBef>
          <a:spcPct val="20000"/>
        </a:spcBef>
        <a:buFont typeface="Arial" pitchFamily="34" charset="0"/>
        <a:buChar char="•"/>
        <a:defRPr sz="14758" kern="1200">
          <a:solidFill>
            <a:schemeClr val="tx1"/>
          </a:solidFill>
          <a:latin typeface="+mn-lt"/>
          <a:ea typeface="+mn-ea"/>
          <a:cs typeface="+mn-cs"/>
        </a:defRPr>
      </a:lvl1pPr>
      <a:lvl2pPr marL="3417451" indent="-1314404" algn="l" defTabSz="4206094" rtl="0" eaLnBrk="1" latinLnBrk="0" hangingPunct="1">
        <a:spcBef>
          <a:spcPct val="20000"/>
        </a:spcBef>
        <a:buFont typeface="Arial" pitchFamily="34" charset="0"/>
        <a:buChar char="–"/>
        <a:defRPr sz="12841" kern="1200">
          <a:solidFill>
            <a:schemeClr val="tx1"/>
          </a:solidFill>
          <a:latin typeface="+mn-lt"/>
          <a:ea typeface="+mn-ea"/>
          <a:cs typeface="+mn-cs"/>
        </a:defRPr>
      </a:lvl2pPr>
      <a:lvl3pPr marL="5257617" indent="-1051523" algn="l" defTabSz="4206094" rtl="0" eaLnBrk="1" latinLnBrk="0" hangingPunct="1">
        <a:spcBef>
          <a:spcPct val="20000"/>
        </a:spcBef>
        <a:buFont typeface="Arial" pitchFamily="34" charset="0"/>
        <a:buChar char="•"/>
        <a:defRPr sz="11020" kern="1200">
          <a:solidFill>
            <a:schemeClr val="tx1"/>
          </a:solidFill>
          <a:latin typeface="+mn-lt"/>
          <a:ea typeface="+mn-ea"/>
          <a:cs typeface="+mn-cs"/>
        </a:defRPr>
      </a:lvl3pPr>
      <a:lvl4pPr marL="7360664"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4pPr>
      <a:lvl5pPr marL="9463711"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5pPr>
      <a:lvl6pPr marL="11566758"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6pPr>
      <a:lvl7pPr marL="13669805"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7pPr>
      <a:lvl8pPr marL="15772851"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8pPr>
      <a:lvl9pPr marL="17875898"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9pPr>
    </p:bodyStyle>
    <p:otherStyle>
      <a:defPPr>
        <a:defRPr lang="en-US"/>
      </a:defPPr>
      <a:lvl1pPr marL="0" algn="l" defTabSz="4206094" rtl="0" eaLnBrk="1" latinLnBrk="0" hangingPunct="1">
        <a:defRPr sz="8241" kern="1200">
          <a:solidFill>
            <a:schemeClr val="tx1"/>
          </a:solidFill>
          <a:latin typeface="+mn-lt"/>
          <a:ea typeface="+mn-ea"/>
          <a:cs typeface="+mn-cs"/>
        </a:defRPr>
      </a:lvl1pPr>
      <a:lvl2pPr marL="2103047" algn="l" defTabSz="4206094" rtl="0" eaLnBrk="1" latinLnBrk="0" hangingPunct="1">
        <a:defRPr sz="8241" kern="1200">
          <a:solidFill>
            <a:schemeClr val="tx1"/>
          </a:solidFill>
          <a:latin typeface="+mn-lt"/>
          <a:ea typeface="+mn-ea"/>
          <a:cs typeface="+mn-cs"/>
        </a:defRPr>
      </a:lvl2pPr>
      <a:lvl3pPr marL="4206094" algn="l" defTabSz="4206094" rtl="0" eaLnBrk="1" latinLnBrk="0" hangingPunct="1">
        <a:defRPr sz="8241" kern="1200">
          <a:solidFill>
            <a:schemeClr val="tx1"/>
          </a:solidFill>
          <a:latin typeface="+mn-lt"/>
          <a:ea typeface="+mn-ea"/>
          <a:cs typeface="+mn-cs"/>
        </a:defRPr>
      </a:lvl3pPr>
      <a:lvl4pPr marL="6309141" algn="l" defTabSz="4206094" rtl="0" eaLnBrk="1" latinLnBrk="0" hangingPunct="1">
        <a:defRPr sz="8241" kern="1200">
          <a:solidFill>
            <a:schemeClr val="tx1"/>
          </a:solidFill>
          <a:latin typeface="+mn-lt"/>
          <a:ea typeface="+mn-ea"/>
          <a:cs typeface="+mn-cs"/>
        </a:defRPr>
      </a:lvl4pPr>
      <a:lvl5pPr marL="8412187" algn="l" defTabSz="4206094" rtl="0" eaLnBrk="1" latinLnBrk="0" hangingPunct="1">
        <a:defRPr sz="8241" kern="1200">
          <a:solidFill>
            <a:schemeClr val="tx1"/>
          </a:solidFill>
          <a:latin typeface="+mn-lt"/>
          <a:ea typeface="+mn-ea"/>
          <a:cs typeface="+mn-cs"/>
        </a:defRPr>
      </a:lvl5pPr>
      <a:lvl6pPr marL="10515234" algn="l" defTabSz="4206094" rtl="0" eaLnBrk="1" latinLnBrk="0" hangingPunct="1">
        <a:defRPr sz="8241" kern="1200">
          <a:solidFill>
            <a:schemeClr val="tx1"/>
          </a:solidFill>
          <a:latin typeface="+mn-lt"/>
          <a:ea typeface="+mn-ea"/>
          <a:cs typeface="+mn-cs"/>
        </a:defRPr>
      </a:lvl6pPr>
      <a:lvl7pPr marL="12618281" algn="l" defTabSz="4206094" rtl="0" eaLnBrk="1" latinLnBrk="0" hangingPunct="1">
        <a:defRPr sz="8241" kern="1200">
          <a:solidFill>
            <a:schemeClr val="tx1"/>
          </a:solidFill>
          <a:latin typeface="+mn-lt"/>
          <a:ea typeface="+mn-ea"/>
          <a:cs typeface="+mn-cs"/>
        </a:defRPr>
      </a:lvl7pPr>
      <a:lvl8pPr marL="14721328" algn="l" defTabSz="4206094" rtl="0" eaLnBrk="1" latinLnBrk="0" hangingPunct="1">
        <a:defRPr sz="8241" kern="1200">
          <a:solidFill>
            <a:schemeClr val="tx1"/>
          </a:solidFill>
          <a:latin typeface="+mn-lt"/>
          <a:ea typeface="+mn-ea"/>
          <a:cs typeface="+mn-cs"/>
        </a:defRPr>
      </a:lvl8pPr>
      <a:lvl9pPr marL="16824375" algn="l" defTabSz="4206094" rtl="0" eaLnBrk="1" latinLnBrk="0" hangingPunct="1">
        <a:defRPr sz="824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doi.org/10.3390/f14091697" TargetMode="External"/><Relationship Id="rId7" Type="http://schemas.openxmlformats.org/officeDocument/2006/relationships/image" Target="../media/image8.png"/><Relationship Id="rId2" Type="http://schemas.openxmlformats.org/officeDocument/2006/relationships/hyperlink" Target="http://www.dsi.uminho.pt/~pcortez/fires.pdf" TargetMode="Externa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jpeg"/><Relationship Id="rId4" Type="http://schemas.openxmlformats.org/officeDocument/2006/relationships/image" Target="../media/image5.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11">
            <a:extLst>
              <a:ext uri="{FF2B5EF4-FFF2-40B4-BE49-F238E27FC236}">
                <a16:creationId xmlns:a16="http://schemas.microsoft.com/office/drawing/2014/main" id="{3AC76372-1984-9FB3-0921-DEC9E30EE511}"/>
              </a:ext>
            </a:extLst>
          </p:cNvPr>
          <p:cNvSpPr txBox="1"/>
          <p:nvPr/>
        </p:nvSpPr>
        <p:spPr>
          <a:xfrm>
            <a:off x="1899986" y="3657600"/>
            <a:ext cx="38262427" cy="2245358"/>
          </a:xfrm>
          <a:prstGeom prst="rect">
            <a:avLst/>
          </a:prstGeom>
          <a:noFill/>
        </p:spPr>
        <p:txBody>
          <a:bodyPr wrap="square" rtlCol="0">
            <a:spAutoFit/>
          </a:bodyPr>
          <a:ls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a:lstStyle>
          <a:p>
            <a:pPr algn="ctr"/>
            <a:r>
              <a:rPr lang="en-US" sz="8241" b="1" dirty="0">
                <a:latin typeface="Lato" panose="020F0502020204030203" pitchFamily="34" charset="77"/>
              </a:rPr>
              <a:t>Predicting Wildfire Severity and Occurrences using MLP and CNN models</a:t>
            </a:r>
          </a:p>
          <a:p>
            <a:pPr algn="ctr"/>
            <a:r>
              <a:rPr lang="en-US" sz="5750" dirty="0">
                <a:latin typeface="Lato" panose="020F0502020204030203" pitchFamily="34" charset="77"/>
              </a:rPr>
              <a:t>Jeffrey Pan and Jocelyn Min</a:t>
            </a:r>
            <a:endParaRPr lang="en-US" sz="8241" dirty="0">
              <a:latin typeface="Lato" panose="020F0502020204030203" pitchFamily="34" charset="77"/>
            </a:endParaRPr>
          </a:p>
        </p:txBody>
      </p:sp>
      <p:sp>
        <p:nvSpPr>
          <p:cNvPr id="14" name="Shape 68">
            <a:extLst>
              <a:ext uri="{FF2B5EF4-FFF2-40B4-BE49-F238E27FC236}">
                <a16:creationId xmlns:a16="http://schemas.microsoft.com/office/drawing/2014/main" id="{D5D17805-1F6F-B067-EF24-A91B26EE060A}"/>
              </a:ext>
            </a:extLst>
          </p:cNvPr>
          <p:cNvSpPr txBox="1"/>
          <p:nvPr/>
        </p:nvSpPr>
        <p:spPr>
          <a:xfrm>
            <a:off x="1437747" y="6266466"/>
            <a:ext cx="15554850" cy="948420"/>
          </a:xfrm>
          <a:prstGeom prst="rect">
            <a:avLst/>
          </a:prstGeom>
          <a:solidFill>
            <a:srgbClr val="C8102E"/>
          </a:solidFill>
          <a:ln>
            <a:noFill/>
          </a:ln>
        </p:spPr>
        <p:txBody>
          <a:bodyPr lIns="72551" tIns="72551" rIns="72551" bIns="72551" anchor="t" anchorCtr="0">
            <a:noAutofit/>
          </a:bodyPr>
          <a:ls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a:lstStyle>
          <a:p>
            <a:pPr algn="ctr"/>
            <a:r>
              <a:rPr lang="en-US" sz="3778" b="1" dirty="0">
                <a:solidFill>
                  <a:srgbClr val="FFFFFF"/>
                </a:solidFill>
                <a:latin typeface="+mj-lt"/>
              </a:rPr>
              <a:t>Purpose  and Objectives</a:t>
            </a:r>
          </a:p>
        </p:txBody>
      </p:sp>
      <p:sp>
        <p:nvSpPr>
          <p:cNvPr id="15" name="Shape 70">
            <a:extLst>
              <a:ext uri="{FF2B5EF4-FFF2-40B4-BE49-F238E27FC236}">
                <a16:creationId xmlns:a16="http://schemas.microsoft.com/office/drawing/2014/main" id="{1129EB91-8FF0-9AA1-0C74-E786E45389B8}"/>
              </a:ext>
            </a:extLst>
          </p:cNvPr>
          <p:cNvSpPr txBox="1"/>
          <p:nvPr/>
        </p:nvSpPr>
        <p:spPr>
          <a:xfrm>
            <a:off x="18821404" y="6317996"/>
            <a:ext cx="21803251" cy="896889"/>
          </a:xfrm>
          <a:prstGeom prst="rect">
            <a:avLst/>
          </a:prstGeom>
          <a:solidFill>
            <a:srgbClr val="C8102E"/>
          </a:solidFill>
          <a:ln>
            <a:noFill/>
          </a:ln>
        </p:spPr>
        <p:txBody>
          <a:bodyPr lIns="101583" tIns="101583" rIns="101583" bIns="101583" anchor="t" anchorCtr="0">
            <a:noAutofit/>
          </a:bodyPr>
          <a:ls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a:lstStyle>
          <a:p>
            <a:pPr algn="ctr"/>
            <a:r>
              <a:rPr lang="en-US" sz="3778" b="1" dirty="0">
                <a:solidFill>
                  <a:srgbClr val="FFFFFF"/>
                </a:solidFill>
                <a:latin typeface="+mj-lt"/>
              </a:rPr>
              <a:t>Methodology &amp; Model Architecture</a:t>
            </a:r>
          </a:p>
        </p:txBody>
      </p:sp>
      <p:sp>
        <p:nvSpPr>
          <p:cNvPr id="17" name="Shape 79">
            <a:extLst>
              <a:ext uri="{FF2B5EF4-FFF2-40B4-BE49-F238E27FC236}">
                <a16:creationId xmlns:a16="http://schemas.microsoft.com/office/drawing/2014/main" id="{29101814-3FE1-391D-A422-4BC9B92BF765}"/>
              </a:ext>
            </a:extLst>
          </p:cNvPr>
          <p:cNvSpPr txBox="1"/>
          <p:nvPr/>
        </p:nvSpPr>
        <p:spPr>
          <a:xfrm>
            <a:off x="1125943" y="20580143"/>
            <a:ext cx="30039857" cy="847830"/>
          </a:xfrm>
          <a:prstGeom prst="rect">
            <a:avLst/>
          </a:prstGeom>
          <a:solidFill>
            <a:srgbClr val="C8102E"/>
          </a:solidFill>
          <a:ln>
            <a:noFill/>
          </a:ln>
        </p:spPr>
        <p:txBody>
          <a:bodyPr lIns="101583" tIns="101583" rIns="101583" bIns="101583" anchor="t" anchorCtr="0">
            <a:noAutofit/>
          </a:bodyPr>
          <a:ls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a:lstStyle>
          <a:p>
            <a:pPr algn="ctr"/>
            <a:r>
              <a:rPr lang="en-US" sz="3778" b="1" dirty="0">
                <a:solidFill>
                  <a:srgbClr val="FFFFFF"/>
                </a:solidFill>
                <a:latin typeface="+mj-lt"/>
              </a:rPr>
              <a:t>Results and Discussion</a:t>
            </a:r>
          </a:p>
        </p:txBody>
      </p:sp>
      <p:cxnSp>
        <p:nvCxnSpPr>
          <p:cNvPr id="23" name="Straight Connector 22">
            <a:extLst>
              <a:ext uri="{FF2B5EF4-FFF2-40B4-BE49-F238E27FC236}">
                <a16:creationId xmlns:a16="http://schemas.microsoft.com/office/drawing/2014/main" id="{E9F3B06F-FE7F-0CB0-3C4F-04296AAE1503}"/>
              </a:ext>
            </a:extLst>
          </p:cNvPr>
          <p:cNvCxnSpPr>
            <a:cxnSpLocks/>
          </p:cNvCxnSpPr>
          <p:nvPr/>
        </p:nvCxnSpPr>
        <p:spPr>
          <a:xfrm>
            <a:off x="1497287" y="20122943"/>
            <a:ext cx="38945903" cy="0"/>
          </a:xfrm>
          <a:prstGeom prst="line">
            <a:avLst/>
          </a:prstGeom>
          <a:ln>
            <a:solidFill>
              <a:srgbClr val="C00000"/>
            </a:solidFill>
          </a:ln>
        </p:spPr>
        <p:style>
          <a:lnRef idx="2">
            <a:schemeClr val="accent3"/>
          </a:lnRef>
          <a:fillRef idx="0">
            <a:schemeClr val="accent3"/>
          </a:fillRef>
          <a:effectRef idx="1">
            <a:schemeClr val="accent3"/>
          </a:effectRef>
          <a:fontRef idx="minor">
            <a:schemeClr val="tx1"/>
          </a:fontRef>
        </p:style>
      </p:cxnSp>
      <p:cxnSp>
        <p:nvCxnSpPr>
          <p:cNvPr id="24" name="Straight Connector 23">
            <a:extLst>
              <a:ext uri="{FF2B5EF4-FFF2-40B4-BE49-F238E27FC236}">
                <a16:creationId xmlns:a16="http://schemas.microsoft.com/office/drawing/2014/main" id="{8166469B-9C52-51F8-47E3-F642592D2947}"/>
              </a:ext>
            </a:extLst>
          </p:cNvPr>
          <p:cNvCxnSpPr>
            <a:cxnSpLocks/>
          </p:cNvCxnSpPr>
          <p:nvPr/>
        </p:nvCxnSpPr>
        <p:spPr>
          <a:xfrm>
            <a:off x="17907000" y="6549360"/>
            <a:ext cx="0" cy="13573583"/>
          </a:xfrm>
          <a:prstGeom prst="line">
            <a:avLst/>
          </a:prstGeom>
          <a:ln>
            <a:solidFill>
              <a:srgbClr val="C00000"/>
            </a:solidFill>
          </a:ln>
        </p:spPr>
        <p:style>
          <a:lnRef idx="2">
            <a:schemeClr val="accent3"/>
          </a:lnRef>
          <a:fillRef idx="0">
            <a:schemeClr val="accent3"/>
          </a:fillRef>
          <a:effectRef idx="1">
            <a:schemeClr val="accent3"/>
          </a:effectRef>
          <a:fontRef idx="minor">
            <a:schemeClr val="tx1"/>
          </a:fontRef>
        </p:style>
      </p:cxnSp>
      <p:sp>
        <p:nvSpPr>
          <p:cNvPr id="26" name="Shape 72">
            <a:extLst>
              <a:ext uri="{FF2B5EF4-FFF2-40B4-BE49-F238E27FC236}">
                <a16:creationId xmlns:a16="http://schemas.microsoft.com/office/drawing/2014/main" id="{19420BAE-4E55-C38C-DD05-2BFC89B55817}"/>
              </a:ext>
            </a:extLst>
          </p:cNvPr>
          <p:cNvSpPr txBox="1"/>
          <p:nvPr/>
        </p:nvSpPr>
        <p:spPr>
          <a:xfrm>
            <a:off x="31676596" y="20606764"/>
            <a:ext cx="8978538" cy="768257"/>
          </a:xfrm>
          <a:prstGeom prst="rect">
            <a:avLst/>
          </a:prstGeom>
          <a:solidFill>
            <a:srgbClr val="C8102E"/>
          </a:solidFill>
          <a:ln>
            <a:noFill/>
          </a:ln>
        </p:spPr>
        <p:txBody>
          <a:bodyPr lIns="72551" tIns="72551" rIns="72551" bIns="72551" anchor="t" anchorCtr="0">
            <a:noAutofit/>
          </a:bodyPr>
          <a:ls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a:lstStyle>
          <a:p>
            <a:pPr algn="ctr"/>
            <a:r>
              <a:rPr lang="en-US" sz="3778" b="1" dirty="0">
                <a:solidFill>
                  <a:srgbClr val="FFFFFF"/>
                </a:solidFill>
                <a:latin typeface="+mj-lt"/>
              </a:rPr>
              <a:t>References</a:t>
            </a:r>
          </a:p>
        </p:txBody>
      </p:sp>
      <p:sp>
        <p:nvSpPr>
          <p:cNvPr id="8" name="Rectangle 7">
            <a:extLst>
              <a:ext uri="{FF2B5EF4-FFF2-40B4-BE49-F238E27FC236}">
                <a16:creationId xmlns:a16="http://schemas.microsoft.com/office/drawing/2014/main" id="{A0B1654C-0B11-4E5F-4EE1-EFE9DDD8E6AC}"/>
              </a:ext>
            </a:extLst>
          </p:cNvPr>
          <p:cNvSpPr/>
          <p:nvPr/>
        </p:nvSpPr>
        <p:spPr>
          <a:xfrm>
            <a:off x="0" y="0"/>
            <a:ext cx="11887200" cy="2819400"/>
          </a:xfrm>
          <a:prstGeom prst="rect">
            <a:avLst/>
          </a:prstGeom>
          <a:solidFill>
            <a:srgbClr val="C810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TextBox 10">
            <a:extLst>
              <a:ext uri="{FF2B5EF4-FFF2-40B4-BE49-F238E27FC236}">
                <a16:creationId xmlns:a16="http://schemas.microsoft.com/office/drawing/2014/main" id="{87151A1B-7427-E648-AC14-54501F81AC67}"/>
              </a:ext>
            </a:extLst>
          </p:cNvPr>
          <p:cNvSpPr txBox="1"/>
          <p:nvPr/>
        </p:nvSpPr>
        <p:spPr>
          <a:xfrm>
            <a:off x="762000" y="457200"/>
            <a:ext cx="14865139" cy="1938992"/>
          </a:xfrm>
          <a:prstGeom prst="rect">
            <a:avLst/>
          </a:prstGeom>
          <a:noFill/>
        </p:spPr>
        <p:txBody>
          <a:bodyPr wrap="square" rtlCol="0">
            <a:spAutoFit/>
          </a:bodyPr>
          <a:lstStyle/>
          <a:p>
            <a:r>
              <a:rPr lang="en-US" sz="6000" dirty="0">
                <a:solidFill>
                  <a:schemeClr val="bg1"/>
                </a:solidFill>
                <a:latin typeface="Lato" panose="020F0502020204030203" pitchFamily="34" charset="0"/>
                <a:ea typeface="Lato" panose="020F0502020204030203" pitchFamily="34" charset="0"/>
                <a:cs typeface="Lato" panose="020F0502020204030203" pitchFamily="34" charset="0"/>
              </a:rPr>
              <a:t>Final Project</a:t>
            </a:r>
          </a:p>
          <a:p>
            <a:r>
              <a:rPr lang="en-US" sz="6000" dirty="0">
                <a:solidFill>
                  <a:schemeClr val="bg1"/>
                </a:solidFill>
                <a:latin typeface="Lato" panose="020F0502020204030203" pitchFamily="34" charset="0"/>
                <a:ea typeface="Lato" panose="020F0502020204030203" pitchFamily="34" charset="0"/>
                <a:cs typeface="Lato" panose="020F0502020204030203" pitchFamily="34" charset="0"/>
              </a:rPr>
              <a:t>DS 4420 – Machine Learning 2</a:t>
            </a:r>
          </a:p>
        </p:txBody>
      </p:sp>
      <p:sp>
        <p:nvSpPr>
          <p:cNvPr id="3" name="TextBox 2">
            <a:extLst>
              <a:ext uri="{FF2B5EF4-FFF2-40B4-BE49-F238E27FC236}">
                <a16:creationId xmlns:a16="http://schemas.microsoft.com/office/drawing/2014/main" id="{E00857F7-2F89-0EB6-AB29-E92D1F7ABB2B}"/>
              </a:ext>
            </a:extLst>
          </p:cNvPr>
          <p:cNvSpPr txBox="1"/>
          <p:nvPr/>
        </p:nvSpPr>
        <p:spPr>
          <a:xfrm>
            <a:off x="1519058" y="7584035"/>
            <a:ext cx="15473538" cy="11726287"/>
          </a:xfrm>
          <a:prstGeom prst="rect">
            <a:avLst/>
          </a:prstGeom>
          <a:noFill/>
        </p:spPr>
        <p:txBody>
          <a:bodyPr wrap="square" rtlCol="0">
            <a:spAutoFit/>
          </a:bodyPr>
          <a:lstStyle/>
          <a:p>
            <a:r>
              <a:rPr lang="en-US" sz="5400" dirty="0"/>
              <a:t>The purpose of this project is to utilize Multi-Layer Perceptron and Convolutional Neural Networks to predict wildfires and their severity.</a:t>
            </a:r>
          </a:p>
          <a:p>
            <a:endParaRPr lang="en-US" sz="5400" dirty="0"/>
          </a:p>
          <a:p>
            <a:r>
              <a:rPr lang="en-US" sz="5400" dirty="0"/>
              <a:t>MLP uses structured forest fire data containing FWI indices, temporal data, and location to be trained and tested on. It attempts to predict the area of forest fire damage in hectares.</a:t>
            </a:r>
          </a:p>
          <a:p>
            <a:endParaRPr lang="en-US" sz="5400" dirty="0"/>
          </a:p>
          <a:p>
            <a:r>
              <a:rPr lang="en-US" sz="5400" dirty="0"/>
              <a:t>CNN uses RGB images of fire v. no-fire to be trained and tested on. It attempts to accurately predict whether an area will be impacted by fires or not.</a:t>
            </a:r>
          </a:p>
          <a:p>
            <a:endParaRPr lang="en-US" sz="5400" dirty="0"/>
          </a:p>
          <a:p>
            <a:endParaRPr lang="en-US" sz="5400" dirty="0"/>
          </a:p>
        </p:txBody>
      </p:sp>
      <p:sp>
        <p:nvSpPr>
          <p:cNvPr id="5" name="TextBox 4">
            <a:extLst>
              <a:ext uri="{FF2B5EF4-FFF2-40B4-BE49-F238E27FC236}">
                <a16:creationId xmlns:a16="http://schemas.microsoft.com/office/drawing/2014/main" id="{7DFE87DC-0C30-5AB4-66C0-A8502F8784FB}"/>
              </a:ext>
            </a:extLst>
          </p:cNvPr>
          <p:cNvSpPr txBox="1"/>
          <p:nvPr/>
        </p:nvSpPr>
        <p:spPr>
          <a:xfrm>
            <a:off x="31691835" y="21858841"/>
            <a:ext cx="8978537" cy="10433625"/>
          </a:xfrm>
          <a:prstGeom prst="rect">
            <a:avLst/>
          </a:prstGeom>
          <a:noFill/>
        </p:spPr>
        <p:txBody>
          <a:bodyPr wrap="square">
            <a:spAutoFit/>
          </a:bodyPr>
          <a:lstStyle/>
          <a:p>
            <a:pPr rtl="0">
              <a:buNone/>
            </a:pPr>
            <a:r>
              <a:rPr lang="en-US" sz="3200" dirty="0">
                <a:latin typeface="Lato" panose="020F0502020204030203" pitchFamily="34" charset="0"/>
                <a:ea typeface="Lato" panose="020F0502020204030203" pitchFamily="34" charset="0"/>
                <a:cs typeface="Lato" panose="020F0502020204030203" pitchFamily="34" charset="0"/>
              </a:rPr>
              <a:t>[1] </a:t>
            </a:r>
            <a:r>
              <a:rPr lang="en-US" sz="3200" b="0" i="0" strike="noStrike" dirty="0">
                <a:effectLst/>
                <a:latin typeface="Lato" panose="020F0502020204030203" pitchFamily="34" charset="0"/>
                <a:ea typeface="Lato" panose="020F0502020204030203" pitchFamily="34" charset="0"/>
                <a:cs typeface="Lato" panose="020F0502020204030203" pitchFamily="34" charset="0"/>
              </a:rPr>
              <a:t>Cortez, P, Morais, A. “A Data Mining Approach to Predict Forest Fires using Meteorological Data”.  In J. Neves, M. F. Santos and J. Machado Eds., New Trends in Artificial Intelligence, </a:t>
            </a:r>
            <a:endParaRPr lang="en-US" sz="3200" b="0" dirty="0">
              <a:effectLst/>
              <a:latin typeface="Lato" panose="020F0502020204030203" pitchFamily="34" charset="0"/>
              <a:ea typeface="Lato" panose="020F0502020204030203" pitchFamily="34" charset="0"/>
              <a:cs typeface="Lato" panose="020F0502020204030203" pitchFamily="34" charset="0"/>
            </a:endParaRPr>
          </a:p>
          <a:p>
            <a:pPr rtl="0">
              <a:buNone/>
            </a:pPr>
            <a:r>
              <a:rPr lang="en-US" sz="3200" b="0" i="0" strike="noStrike" dirty="0">
                <a:effectLst/>
                <a:latin typeface="Lato" panose="020F0502020204030203" pitchFamily="34" charset="0"/>
                <a:ea typeface="Lato" panose="020F0502020204030203" pitchFamily="34" charset="0"/>
                <a:cs typeface="Lato" panose="020F0502020204030203" pitchFamily="34" charset="0"/>
              </a:rPr>
              <a:t>Proceedings of the 13th EPIA 2007 - Portuguese Conference on Artificial Intelligence, December, Guimaraes, Portugal, pp. 512-523, 2007. APPIA, ISBN-13 978-989-95618-0-9. </a:t>
            </a:r>
            <a:endParaRPr lang="en-US" sz="3200" b="0" dirty="0">
              <a:effectLst/>
              <a:latin typeface="Lato" panose="020F0502020204030203" pitchFamily="34" charset="0"/>
              <a:ea typeface="Lato" panose="020F0502020204030203" pitchFamily="34" charset="0"/>
              <a:cs typeface="Lato" panose="020F0502020204030203" pitchFamily="34" charset="0"/>
            </a:endParaRPr>
          </a:p>
          <a:p>
            <a:pPr rtl="0">
              <a:buNone/>
            </a:pPr>
            <a:r>
              <a:rPr lang="en-US" sz="3200" b="0" i="0" strike="noStrike" dirty="0">
                <a:effectLst/>
                <a:latin typeface="Lato" panose="020F0502020204030203" pitchFamily="34" charset="0"/>
                <a:ea typeface="Lato" panose="020F0502020204030203" pitchFamily="34" charset="0"/>
                <a:cs typeface="Lato" panose="020F0502020204030203" pitchFamily="34" charset="0"/>
              </a:rPr>
              <a:t>Available at: </a:t>
            </a:r>
            <a:r>
              <a:rPr lang="en-US" sz="3200" b="0" i="0" strike="noStrike" dirty="0">
                <a:effectLst/>
                <a:latin typeface="Lato" panose="020F0502020204030203" pitchFamily="34" charset="0"/>
                <a:ea typeface="Lato" panose="020F0502020204030203" pitchFamily="34" charset="0"/>
                <a:cs typeface="Lato" panose="020F0502020204030203" pitchFamily="34" charset="0"/>
                <a:hlinkClick r:id="rId2">
                  <a:extLst>
                    <a:ext uri="{A12FA001-AC4F-418D-AE19-62706E023703}">
                      <ahyp:hlinkClr xmlns:ahyp="http://schemas.microsoft.com/office/drawing/2018/hyperlinkcolor" val="tx"/>
                    </a:ext>
                  </a:extLst>
                </a:hlinkClick>
              </a:rPr>
              <a:t>http://www.dsi.uminho.pt/~pcortez/fires.pdf</a:t>
            </a:r>
            <a:endParaRPr lang="en-US" sz="3200" b="0" i="0" strike="noStrike" dirty="0">
              <a:effectLst/>
              <a:latin typeface="Lato" panose="020F0502020204030203" pitchFamily="34" charset="0"/>
              <a:ea typeface="Lato" panose="020F0502020204030203" pitchFamily="34" charset="0"/>
              <a:cs typeface="Lato" panose="020F0502020204030203" pitchFamily="34" charset="0"/>
            </a:endParaRPr>
          </a:p>
          <a:p>
            <a:pPr rtl="0">
              <a:buNone/>
            </a:pPr>
            <a:endParaRPr lang="en-US" sz="3200" dirty="0">
              <a:latin typeface="Lato" panose="020F0502020204030203" pitchFamily="34" charset="0"/>
              <a:ea typeface="Lato" panose="020F0502020204030203" pitchFamily="34" charset="0"/>
              <a:cs typeface="Lato" panose="020F0502020204030203" pitchFamily="34" charset="0"/>
            </a:endParaRPr>
          </a:p>
          <a:p>
            <a:pPr rtl="0">
              <a:buNone/>
            </a:pPr>
            <a:r>
              <a:rPr lang="en-US" sz="3200" b="0" dirty="0">
                <a:effectLst/>
                <a:latin typeface="Lato" panose="020F0502020204030203" pitchFamily="34" charset="0"/>
                <a:ea typeface="Lato" panose="020F0502020204030203" pitchFamily="34" charset="0"/>
                <a:cs typeface="Lato" panose="020F0502020204030203" pitchFamily="34" charset="0"/>
              </a:rPr>
              <a:t>[2] </a:t>
            </a:r>
            <a:r>
              <a:rPr lang="en-US" sz="3200" b="0" i="0" strike="noStrike" dirty="0">
                <a:effectLst/>
                <a:latin typeface="Lato" panose="020F0502020204030203" pitchFamily="34" charset="0"/>
                <a:ea typeface="Lato" panose="020F0502020204030203" pitchFamily="34" charset="0"/>
                <a:cs typeface="Lato" panose="020F0502020204030203" pitchFamily="34" charset="0"/>
              </a:rPr>
              <a:t>El-</a:t>
            </a:r>
            <a:r>
              <a:rPr lang="en-US" sz="3200" b="0" i="0" strike="noStrike" dirty="0" err="1">
                <a:effectLst/>
                <a:latin typeface="Lato" panose="020F0502020204030203" pitchFamily="34" charset="0"/>
                <a:ea typeface="Lato" panose="020F0502020204030203" pitchFamily="34" charset="0"/>
                <a:cs typeface="Lato" panose="020F0502020204030203" pitchFamily="34" charset="0"/>
              </a:rPr>
              <a:t>Madafri</a:t>
            </a:r>
            <a:r>
              <a:rPr lang="en-US" sz="3200" b="0" i="0" strike="noStrike" dirty="0">
                <a:effectLst/>
                <a:latin typeface="Lato" panose="020F0502020204030203" pitchFamily="34" charset="0"/>
                <a:ea typeface="Lato" panose="020F0502020204030203" pitchFamily="34" charset="0"/>
                <a:cs typeface="Lato" panose="020F0502020204030203" pitchFamily="34" charset="0"/>
              </a:rPr>
              <a:t> I, Peña M, Olmedo-Torre N. “The Wildfire Dataset: Enhancing Deep Learning-Based Forest Fire Detection with a Diverse Evolving Open-Source Dataset Focused on Data Representativeness and a Novel Multi-Task Learning Approach”. Forests. 2023; 14(9):1697. </a:t>
            </a:r>
            <a:r>
              <a:rPr lang="en-US" sz="3200" b="0" i="0" strike="noStrike" dirty="0">
                <a:effectLst/>
                <a:latin typeface="Lato" panose="020F0502020204030203" pitchFamily="34" charset="0"/>
                <a:ea typeface="Lato" panose="020F0502020204030203" pitchFamily="34" charset="0"/>
                <a:cs typeface="Lato" panose="020F0502020204030203" pitchFamily="34" charset="0"/>
                <a:hlinkClick r:id="rId3">
                  <a:extLst>
                    <a:ext uri="{A12FA001-AC4F-418D-AE19-62706E023703}">
                      <ahyp:hlinkClr xmlns:ahyp="http://schemas.microsoft.com/office/drawing/2018/hyperlinkcolor" val="tx"/>
                    </a:ext>
                  </a:extLst>
                </a:hlinkClick>
              </a:rPr>
              <a:t>https://doi.org/10.3390/f14091697</a:t>
            </a:r>
            <a:endParaRPr lang="en-US" sz="3200" b="0" dirty="0">
              <a:effectLst/>
              <a:latin typeface="Lato" panose="020F0502020204030203" pitchFamily="34" charset="0"/>
              <a:ea typeface="Lato" panose="020F0502020204030203" pitchFamily="34" charset="0"/>
              <a:cs typeface="Lato" panose="020F0502020204030203" pitchFamily="34" charset="0"/>
            </a:endParaRPr>
          </a:p>
          <a:p>
            <a:pPr>
              <a:buNone/>
            </a:pPr>
            <a:br>
              <a:rPr lang="en-US" sz="3200" dirty="0">
                <a:latin typeface="Lato" panose="020F0502020204030203" pitchFamily="34" charset="0"/>
                <a:ea typeface="Lato" panose="020F0502020204030203" pitchFamily="34" charset="0"/>
                <a:cs typeface="Lato" panose="020F0502020204030203" pitchFamily="34" charset="0"/>
              </a:rPr>
            </a:br>
            <a:endParaRPr lang="en-US" sz="3200" dirty="0">
              <a:latin typeface="Lato" panose="020F0502020204030203" pitchFamily="34" charset="0"/>
              <a:ea typeface="Lato" panose="020F0502020204030203" pitchFamily="34" charset="0"/>
              <a:cs typeface="Lato" panose="020F0502020204030203" pitchFamily="34" charset="0"/>
            </a:endParaRPr>
          </a:p>
        </p:txBody>
      </p:sp>
      <p:pic>
        <p:nvPicPr>
          <p:cNvPr id="12" name="Picture 11" descr="A large fire in the mountains&#10;&#10;AI-generated content may be incorrect.">
            <a:extLst>
              <a:ext uri="{FF2B5EF4-FFF2-40B4-BE49-F238E27FC236}">
                <a16:creationId xmlns:a16="http://schemas.microsoft.com/office/drawing/2014/main" id="{CC5303F7-007C-A907-F701-6BF930784B1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3838508" y="8077200"/>
            <a:ext cx="7366761" cy="4768779"/>
          </a:xfrm>
          <a:prstGeom prst="rect">
            <a:avLst/>
          </a:prstGeom>
        </p:spPr>
      </p:pic>
      <p:pic>
        <p:nvPicPr>
          <p:cNvPr id="20" name="Picture 19" descr="A landscape with a mountain in the background&#10;&#10;AI-generated content may be incorrect.">
            <a:extLst>
              <a:ext uri="{FF2B5EF4-FFF2-40B4-BE49-F238E27FC236}">
                <a16:creationId xmlns:a16="http://schemas.microsoft.com/office/drawing/2014/main" id="{86BF936D-FC3C-2128-C57D-0E65582D570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3866217" y="13335000"/>
            <a:ext cx="7177821" cy="4784017"/>
          </a:xfrm>
          <a:prstGeom prst="rect">
            <a:avLst/>
          </a:prstGeom>
        </p:spPr>
      </p:pic>
      <p:sp>
        <p:nvSpPr>
          <p:cNvPr id="25" name="TextBox 24">
            <a:extLst>
              <a:ext uri="{FF2B5EF4-FFF2-40B4-BE49-F238E27FC236}">
                <a16:creationId xmlns:a16="http://schemas.microsoft.com/office/drawing/2014/main" id="{3F69E898-CB58-787D-3FE7-C1A472AC79CC}"/>
              </a:ext>
            </a:extLst>
          </p:cNvPr>
          <p:cNvSpPr txBox="1"/>
          <p:nvPr/>
        </p:nvSpPr>
        <p:spPr>
          <a:xfrm>
            <a:off x="33824653" y="18669000"/>
            <a:ext cx="6553192" cy="954107"/>
          </a:xfrm>
          <a:prstGeom prst="rect">
            <a:avLst/>
          </a:prstGeom>
          <a:noFill/>
        </p:spPr>
        <p:txBody>
          <a:bodyPr wrap="square">
            <a:spAutoFit/>
          </a:bodyPr>
          <a:lstStyle/>
          <a:p>
            <a:r>
              <a:rPr lang="en-US" sz="2800" b="0" dirty="0">
                <a:effectLst/>
                <a:latin typeface="Lato" panose="020F0502020204030203" pitchFamily="34" charset="0"/>
                <a:ea typeface="Lato" panose="020F0502020204030203" pitchFamily="34" charset="0"/>
                <a:cs typeface="Lato" panose="020F0502020204030203" pitchFamily="34" charset="0"/>
              </a:rPr>
              <a:t>Figure 1 + 2. A “fire” and ”no-fire” image from ”The Wildfire Dataset” [2]. </a:t>
            </a:r>
            <a:endParaRPr lang="en-US" sz="2800" dirty="0"/>
          </a:p>
        </p:txBody>
      </p:sp>
      <p:pic>
        <p:nvPicPr>
          <p:cNvPr id="1026" name="Picture 2">
            <a:extLst>
              <a:ext uri="{FF2B5EF4-FFF2-40B4-BE49-F238E27FC236}">
                <a16:creationId xmlns:a16="http://schemas.microsoft.com/office/drawing/2014/main" id="{ADAA3AD7-054A-0537-9858-F157E5B95B9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6145871" y="21652944"/>
            <a:ext cx="15228016" cy="627179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8DF103DE-6389-BA7F-D188-D3E4AF826C4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05626" y="27660600"/>
            <a:ext cx="13777885" cy="359903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2A3E5D3C-D891-4D10-9A1C-BAF66B5506DC}"/>
              </a:ext>
            </a:extLst>
          </p:cNvPr>
          <p:cNvSpPr txBox="1"/>
          <p:nvPr/>
        </p:nvSpPr>
        <p:spPr>
          <a:xfrm>
            <a:off x="18778030" y="7577134"/>
            <a:ext cx="15228013" cy="12157174"/>
          </a:xfrm>
          <a:prstGeom prst="rect">
            <a:avLst/>
          </a:prstGeom>
          <a:noFill/>
        </p:spPr>
        <p:txBody>
          <a:bodyPr wrap="square">
            <a:spAutoFit/>
          </a:bodyPr>
          <a:lstStyle/>
          <a:p>
            <a:pPr>
              <a:buNone/>
            </a:pPr>
            <a:r>
              <a:rPr lang="en-US" sz="4800" b="1" dirty="0"/>
              <a:t>Multilayer Perceptron (MLP):</a:t>
            </a:r>
            <a:endParaRPr lang="en-US" sz="4800" dirty="0"/>
          </a:p>
          <a:p>
            <a:pPr marL="685800" indent="-685800">
              <a:buFontTx/>
              <a:buChar char="-"/>
            </a:pPr>
            <a:r>
              <a:rPr lang="en-US" sz="4000" dirty="0"/>
              <a:t>Inputs environmental features (e.g., temperature, wind, humidity, month/day) to predict fire area.</a:t>
            </a:r>
          </a:p>
          <a:p>
            <a:pPr marL="685800" indent="-685800">
              <a:buFontTx/>
              <a:buChar char="-"/>
            </a:pPr>
            <a:endParaRPr lang="en-US" sz="4000" dirty="0"/>
          </a:p>
          <a:p>
            <a:pPr marL="685800" indent="-685800">
              <a:buFontTx/>
              <a:buChar char="-"/>
            </a:pPr>
            <a:r>
              <a:rPr lang="en-US" sz="4000" dirty="0"/>
              <a:t>Two hidden layers with Leaky </a:t>
            </a:r>
            <a:r>
              <a:rPr lang="en-US" sz="4000" dirty="0" err="1"/>
              <a:t>ReLU</a:t>
            </a:r>
            <a:r>
              <a:rPr lang="en-US" sz="4000" dirty="0"/>
              <a:t>, L2 regularization, and batch normalization for stability and generalization.</a:t>
            </a:r>
          </a:p>
          <a:p>
            <a:pPr marL="685800" indent="-685800">
              <a:buFontTx/>
              <a:buChar char="-"/>
            </a:pPr>
            <a:endParaRPr lang="en-US" sz="4000" dirty="0"/>
          </a:p>
          <a:p>
            <a:pPr marL="685800" indent="-685800">
              <a:buFontTx/>
              <a:buChar char="-"/>
            </a:pPr>
            <a:r>
              <a:rPr lang="en-US" sz="4000" dirty="0"/>
              <a:t>Trained using backpropagation and evaluated with MAE, RMSE, R², and MAPE.</a:t>
            </a:r>
          </a:p>
          <a:p>
            <a:pPr marL="685800" indent="-685800">
              <a:buFontTx/>
              <a:buChar char="-"/>
            </a:pPr>
            <a:endParaRPr lang="en-US" sz="4800" dirty="0"/>
          </a:p>
          <a:p>
            <a:pPr>
              <a:buNone/>
            </a:pPr>
            <a:r>
              <a:rPr lang="en-US" sz="4800" b="1" dirty="0"/>
              <a:t>Convolutional Neural Network (CNN):</a:t>
            </a:r>
            <a:endParaRPr lang="en-US" sz="4800" dirty="0"/>
          </a:p>
          <a:p>
            <a:pPr marL="685800" indent="-685800">
              <a:buFontTx/>
              <a:buChar char="-"/>
            </a:pPr>
            <a:r>
              <a:rPr lang="en-US" sz="4000" dirty="0"/>
              <a:t>Classifies 32x32 RGB images into fire vs. no fire using two convolutional layers (32 &amp; 64 filters)</a:t>
            </a:r>
          </a:p>
          <a:p>
            <a:pPr marL="685800" indent="-685800">
              <a:buFontTx/>
              <a:buChar char="-"/>
            </a:pPr>
            <a:endParaRPr lang="en-US" sz="4000" dirty="0"/>
          </a:p>
          <a:p>
            <a:pPr marL="685800" indent="-685800">
              <a:buFontTx/>
              <a:buChar char="-"/>
            </a:pPr>
            <a:r>
              <a:rPr lang="en-US" sz="4000" dirty="0"/>
              <a:t>Uses batch normalization, max pooling, and a dense layer for feature extraction and classification</a:t>
            </a:r>
          </a:p>
          <a:p>
            <a:pPr marL="685800" indent="-685800">
              <a:buFontTx/>
              <a:buChar char="-"/>
            </a:pPr>
            <a:endParaRPr lang="en-US" sz="4000" dirty="0"/>
          </a:p>
          <a:p>
            <a:pPr marL="685800" indent="-685800">
              <a:buFontTx/>
              <a:buChar char="-"/>
            </a:pPr>
            <a:r>
              <a:rPr lang="en-US" sz="4000" dirty="0"/>
              <a:t>Final sigmoid-activated layer outputs binary probabilities; trained with binary cross-entropy loss (for sigmoid)</a:t>
            </a:r>
          </a:p>
        </p:txBody>
      </p:sp>
      <p:cxnSp>
        <p:nvCxnSpPr>
          <p:cNvPr id="6" name="Straight Connector 5">
            <a:extLst>
              <a:ext uri="{FF2B5EF4-FFF2-40B4-BE49-F238E27FC236}">
                <a16:creationId xmlns:a16="http://schemas.microsoft.com/office/drawing/2014/main" id="{776844DC-DB28-4EF3-E33B-7ACA4D07FCBF}"/>
              </a:ext>
            </a:extLst>
          </p:cNvPr>
          <p:cNvCxnSpPr>
            <a:cxnSpLocks/>
          </p:cNvCxnSpPr>
          <p:nvPr/>
        </p:nvCxnSpPr>
        <p:spPr>
          <a:xfrm>
            <a:off x="31373887" y="20122943"/>
            <a:ext cx="0" cy="12169523"/>
          </a:xfrm>
          <a:prstGeom prst="line">
            <a:avLst/>
          </a:prstGeom>
          <a:ln>
            <a:solidFill>
              <a:srgbClr val="C00000"/>
            </a:solidFill>
          </a:ln>
        </p:spPr>
        <p:style>
          <a:lnRef idx="2">
            <a:schemeClr val="accent3"/>
          </a:lnRef>
          <a:fillRef idx="0">
            <a:schemeClr val="accent3"/>
          </a:fillRef>
          <a:effectRef idx="1">
            <a:schemeClr val="accent3"/>
          </a:effectRef>
          <a:fontRef idx="minor">
            <a:schemeClr val="tx1"/>
          </a:fontRef>
        </p:style>
      </p:cxnSp>
      <p:sp>
        <p:nvSpPr>
          <p:cNvPr id="18" name="TextBox 17">
            <a:extLst>
              <a:ext uri="{FF2B5EF4-FFF2-40B4-BE49-F238E27FC236}">
                <a16:creationId xmlns:a16="http://schemas.microsoft.com/office/drawing/2014/main" id="{352B7B01-8886-399B-CB16-AC08F4FCEEB8}"/>
              </a:ext>
            </a:extLst>
          </p:cNvPr>
          <p:cNvSpPr txBox="1"/>
          <p:nvPr/>
        </p:nvSpPr>
        <p:spPr>
          <a:xfrm>
            <a:off x="1029545" y="22526685"/>
            <a:ext cx="14597594" cy="4524315"/>
          </a:xfrm>
          <a:prstGeom prst="rect">
            <a:avLst/>
          </a:prstGeom>
          <a:noFill/>
        </p:spPr>
        <p:txBody>
          <a:bodyPr wrap="square">
            <a:spAutoFit/>
          </a:bodyPr>
          <a:lstStyle/>
          <a:p>
            <a:r>
              <a:rPr lang="en-US" sz="4800" b="1" dirty="0"/>
              <a:t>CNN Model:</a:t>
            </a:r>
            <a:r>
              <a:rPr lang="en-US" sz="4800" dirty="0"/>
              <a:t> Achieved 82.14% validation accuracy, with moderate overfitting indicated by rising validation loss. Despite regularization the model misclassified some samples (82 false positives, 63 false negatives), suggesting potential gains from data augmentation or architecture tuning.</a:t>
            </a:r>
          </a:p>
        </p:txBody>
      </p:sp>
      <p:sp>
        <p:nvSpPr>
          <p:cNvPr id="21" name="TextBox 20">
            <a:extLst>
              <a:ext uri="{FF2B5EF4-FFF2-40B4-BE49-F238E27FC236}">
                <a16:creationId xmlns:a16="http://schemas.microsoft.com/office/drawing/2014/main" id="{97EC9A8A-DEDC-E50D-B03A-D639C7B5E8B5}"/>
              </a:ext>
            </a:extLst>
          </p:cNvPr>
          <p:cNvSpPr txBox="1"/>
          <p:nvPr/>
        </p:nvSpPr>
        <p:spPr>
          <a:xfrm>
            <a:off x="15763348" y="28432727"/>
            <a:ext cx="15554850" cy="3785652"/>
          </a:xfrm>
          <a:prstGeom prst="rect">
            <a:avLst/>
          </a:prstGeom>
          <a:noFill/>
        </p:spPr>
        <p:txBody>
          <a:bodyPr wrap="square">
            <a:spAutoFit/>
          </a:bodyPr>
          <a:lstStyle/>
          <a:p>
            <a:r>
              <a:rPr lang="en-US" sz="4800" b="1" dirty="0"/>
              <a:t>MLP Model:</a:t>
            </a:r>
            <a:r>
              <a:rPr lang="en-US" sz="4800" dirty="0"/>
              <a:t> Demonstrated strong learning on training data  but failed to generalize (test R² ≈ 0), indicating overfitting and architectural mismatch for the dataset size and quality. Additional regularization and improved feature engineering are needed for better test performance.</a:t>
            </a:r>
          </a:p>
        </p:txBody>
      </p:sp>
      <p:sp>
        <p:nvSpPr>
          <p:cNvPr id="22" name="TextBox 21">
            <a:extLst>
              <a:ext uri="{FF2B5EF4-FFF2-40B4-BE49-F238E27FC236}">
                <a16:creationId xmlns:a16="http://schemas.microsoft.com/office/drawing/2014/main" id="{77821EE0-FE8F-E5C8-85AA-2D95F27B9095}"/>
              </a:ext>
            </a:extLst>
          </p:cNvPr>
          <p:cNvSpPr txBox="1"/>
          <p:nvPr/>
        </p:nvSpPr>
        <p:spPr>
          <a:xfrm>
            <a:off x="16992596" y="27732620"/>
            <a:ext cx="13777885" cy="523220"/>
          </a:xfrm>
          <a:prstGeom prst="rect">
            <a:avLst/>
          </a:prstGeom>
          <a:noFill/>
        </p:spPr>
        <p:txBody>
          <a:bodyPr wrap="square">
            <a:spAutoFit/>
          </a:bodyPr>
          <a:lstStyle/>
          <a:p>
            <a:r>
              <a:rPr lang="en-US" sz="2800" b="0" dirty="0">
                <a:effectLst/>
                <a:latin typeface="Lato" panose="020F0502020204030203" pitchFamily="34" charset="0"/>
                <a:ea typeface="Lato" panose="020F0502020204030203" pitchFamily="34" charset="0"/>
                <a:cs typeface="Lato" panose="020F0502020204030203" pitchFamily="34" charset="0"/>
              </a:rPr>
              <a:t>Figure 3 + 4: Accuracy and loss over epochs for training and validation sets for CNN.</a:t>
            </a:r>
            <a:endParaRPr lang="en-US" sz="2800" dirty="0"/>
          </a:p>
        </p:txBody>
      </p:sp>
      <p:sp>
        <p:nvSpPr>
          <p:cNvPr id="27" name="TextBox 26">
            <a:extLst>
              <a:ext uri="{FF2B5EF4-FFF2-40B4-BE49-F238E27FC236}">
                <a16:creationId xmlns:a16="http://schemas.microsoft.com/office/drawing/2014/main" id="{720671EE-D73E-6A6A-68B2-92DBFCC5DBE6}"/>
              </a:ext>
            </a:extLst>
          </p:cNvPr>
          <p:cNvSpPr txBox="1"/>
          <p:nvPr/>
        </p:nvSpPr>
        <p:spPr>
          <a:xfrm>
            <a:off x="1260398" y="31398587"/>
            <a:ext cx="13777885" cy="523220"/>
          </a:xfrm>
          <a:prstGeom prst="rect">
            <a:avLst/>
          </a:prstGeom>
          <a:noFill/>
        </p:spPr>
        <p:txBody>
          <a:bodyPr wrap="square">
            <a:spAutoFit/>
          </a:bodyPr>
          <a:lstStyle/>
          <a:p>
            <a:r>
              <a:rPr lang="en-US" sz="2800" b="0" dirty="0">
                <a:effectLst/>
                <a:latin typeface="Lato" panose="020F0502020204030203" pitchFamily="34" charset="0"/>
                <a:ea typeface="Lato" panose="020F0502020204030203" pitchFamily="34" charset="0"/>
                <a:cs typeface="Lato" panose="020F0502020204030203" pitchFamily="34" charset="0"/>
              </a:rPr>
              <a:t>Figure </a:t>
            </a:r>
            <a:r>
              <a:rPr lang="en-US" sz="2800" dirty="0">
                <a:latin typeface="Lato" panose="020F0502020204030203" pitchFamily="34" charset="0"/>
                <a:ea typeface="Lato" panose="020F0502020204030203" pitchFamily="34" charset="0"/>
                <a:cs typeface="Lato" panose="020F0502020204030203" pitchFamily="34" charset="0"/>
              </a:rPr>
              <a:t>5</a:t>
            </a:r>
            <a:r>
              <a:rPr lang="en-US" sz="2800" b="0" dirty="0">
                <a:effectLst/>
                <a:latin typeface="Lato" panose="020F0502020204030203" pitchFamily="34" charset="0"/>
                <a:ea typeface="Lato" panose="020F0502020204030203" pitchFamily="34" charset="0"/>
                <a:cs typeface="Lato" panose="020F0502020204030203" pitchFamily="34" charset="0"/>
              </a:rPr>
              <a:t>: MLP metrics containing loss for training and testing sets and R^2 value.</a:t>
            </a:r>
            <a:endParaRPr lang="en-US" sz="2800" dirty="0"/>
          </a:p>
        </p:txBody>
      </p:sp>
    </p:spTree>
    <p:extLst>
      <p:ext uri="{BB962C8B-B14F-4D97-AF65-F5344CB8AC3E}">
        <p14:creationId xmlns:p14="http://schemas.microsoft.com/office/powerpoint/2010/main" val="30647608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eamsChannelId xmlns="251e4a2b-1a33-4513-9017-f0bb34cca31e" xsi:nil="true"/>
    <Invited_Members xmlns="251e4a2b-1a33-4513-9017-f0bb34cca31e" xsi:nil="true"/>
    <Math_Settings xmlns="251e4a2b-1a33-4513-9017-f0bb34cca31e" xsi:nil="true"/>
    <Self_Registration_Enabled xmlns="251e4a2b-1a33-4513-9017-f0bb34cca31e" xsi:nil="true"/>
    <AppVersion xmlns="251e4a2b-1a33-4513-9017-f0bb34cca31e" xsi:nil="true"/>
    <LMS_Mappings xmlns="251e4a2b-1a33-4513-9017-f0bb34cca31e" xsi:nil="true"/>
    <IsNotebookLocked xmlns="251e4a2b-1a33-4513-9017-f0bb34cca31e" xsi:nil="true"/>
    <Templates xmlns="251e4a2b-1a33-4513-9017-f0bb34cca31e" xsi:nil="true"/>
    <NotebookType xmlns="251e4a2b-1a33-4513-9017-f0bb34cca31e" xsi:nil="true"/>
    <FolderType xmlns="251e4a2b-1a33-4513-9017-f0bb34cca31e" xsi:nil="true"/>
    <DefaultSectionNames xmlns="251e4a2b-1a33-4513-9017-f0bb34cca31e" xsi:nil="true"/>
    <Has_Leaders_Only_SectionGroup xmlns="251e4a2b-1a33-4513-9017-f0bb34cca31e" xsi:nil="true"/>
    <Owner xmlns="251e4a2b-1a33-4513-9017-f0bb34cca31e">
      <UserInfo>
        <DisplayName/>
        <AccountId xsi:nil="true"/>
        <AccountType/>
      </UserInfo>
    </Owner>
    <Is_Collaboration_Space_Locked xmlns="251e4a2b-1a33-4513-9017-f0bb34cca31e" xsi:nil="true"/>
    <Distribution_Groups xmlns="251e4a2b-1a33-4513-9017-f0bb34cca31e" xsi:nil="true"/>
    <Invited_Leaders xmlns="251e4a2b-1a33-4513-9017-f0bb34cca31e" xsi:nil="true"/>
    <Members xmlns="251e4a2b-1a33-4513-9017-f0bb34cca31e">
      <UserInfo>
        <DisplayName/>
        <AccountId xsi:nil="true"/>
        <AccountType/>
      </UserInfo>
    </Members>
    <Member_Groups xmlns="251e4a2b-1a33-4513-9017-f0bb34cca31e">
      <UserInfo>
        <DisplayName/>
        <AccountId xsi:nil="true"/>
        <AccountType/>
      </UserInfo>
    </Member_Groups>
    <CultureName xmlns="251e4a2b-1a33-4513-9017-f0bb34cca31e" xsi:nil="true"/>
    <Leaders xmlns="251e4a2b-1a33-4513-9017-f0bb34cca31e">
      <UserInfo>
        <DisplayName/>
        <AccountId xsi:nil="true"/>
        <AccountType/>
      </UserInfo>
    </Leaders>
    <TaxCatchAll xmlns="e9952153-5aa5-42e8-8300-ccc6398e6c31" xsi:nil="true"/>
    <lcf76f155ced4ddcb4097134ff3c332f xmlns="251e4a2b-1a33-4513-9017-f0bb34cca31e">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896936867FB4BD4CBBB1D9655E335B32" ma:contentTypeVersion="38" ma:contentTypeDescription="Create a new document." ma:contentTypeScope="" ma:versionID="361c3cd5f1c98f95f9d571e756a51304">
  <xsd:schema xmlns:xsd="http://www.w3.org/2001/XMLSchema" xmlns:xs="http://www.w3.org/2001/XMLSchema" xmlns:p="http://schemas.microsoft.com/office/2006/metadata/properties" xmlns:ns2="251e4a2b-1a33-4513-9017-f0bb34cca31e" xmlns:ns3="8380694e-df13-4765-9f36-450494b12df9" xmlns:ns4="e9952153-5aa5-42e8-8300-ccc6398e6c31" targetNamespace="http://schemas.microsoft.com/office/2006/metadata/properties" ma:root="true" ma:fieldsID="2a7a4d7a194afafab4501530be61863a" ns2:_="" ns3:_="" ns4:_="">
    <xsd:import namespace="251e4a2b-1a33-4513-9017-f0bb34cca31e"/>
    <xsd:import namespace="8380694e-df13-4765-9f36-450494b12df9"/>
    <xsd:import namespace="e9952153-5aa5-42e8-8300-ccc6398e6c31"/>
    <xsd:element name="properties">
      <xsd:complexType>
        <xsd:sequence>
          <xsd:element name="documentManagement">
            <xsd:complexType>
              <xsd:all>
                <xsd:element ref="ns2:NotebookType" minOccurs="0"/>
                <xsd:element ref="ns2:FolderType" minOccurs="0"/>
                <xsd:element ref="ns2:CultureName" minOccurs="0"/>
                <xsd:element ref="ns2:AppVersion" minOccurs="0"/>
                <xsd:element ref="ns2:TeamsChannelId" minOccurs="0"/>
                <xsd:element ref="ns2:Owner" minOccurs="0"/>
                <xsd:element ref="ns2:Math_Settings" minOccurs="0"/>
                <xsd:element ref="ns2:DefaultSectionNames" minOccurs="0"/>
                <xsd:element ref="ns2:Templates" minOccurs="0"/>
                <xsd:element ref="ns2:Leaders" minOccurs="0"/>
                <xsd:element ref="ns2:Members" minOccurs="0"/>
                <xsd:element ref="ns2:Member_Groups" minOccurs="0"/>
                <xsd:element ref="ns2:Distribution_Groups" minOccurs="0"/>
                <xsd:element ref="ns2:LMS_Mappings" minOccurs="0"/>
                <xsd:element ref="ns2:Invited_Leaders" minOccurs="0"/>
                <xsd:element ref="ns2:Invited_Members" minOccurs="0"/>
                <xsd:element ref="ns2:Self_Registration_Enabled" minOccurs="0"/>
                <xsd:element ref="ns2:Has_Leaders_Only_SectionGroup" minOccurs="0"/>
                <xsd:element ref="ns2:Is_Collaboration_Space_Locked" minOccurs="0"/>
                <xsd:element ref="ns2:IsNotebookLocked" minOccurs="0"/>
                <xsd:element ref="ns2:MediaServiceMetadata" minOccurs="0"/>
                <xsd:element ref="ns2:MediaServiceFastMetadata" minOccurs="0"/>
                <xsd:element ref="ns2:MediaServiceGenerationTime" minOccurs="0"/>
                <xsd:element ref="ns2:MediaServiceEventHashCode" minOccurs="0"/>
                <xsd:element ref="ns2:MediaServiceDateTaken" minOccurs="0"/>
                <xsd:element ref="ns2:MediaServiceOCR" minOccurs="0"/>
                <xsd:element ref="ns2:MediaServiceAutoKeyPoints" minOccurs="0"/>
                <xsd:element ref="ns2:MediaServiceKeyPoints" minOccurs="0"/>
                <xsd:element ref="ns3:SharedWithUsers" minOccurs="0"/>
                <xsd:element ref="ns3:SharedWithDetails" minOccurs="0"/>
                <xsd:element ref="ns2:MediaLengthInSeconds" minOccurs="0"/>
                <xsd:element ref="ns2:lcf76f155ced4ddcb4097134ff3c332f" minOccurs="0"/>
                <xsd:element ref="ns4:TaxCatchAll" minOccurs="0"/>
                <xsd:element ref="ns2:MediaServiceLocation"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1e4a2b-1a33-4513-9017-f0bb34cca31e" elementFormDefault="qualified">
    <xsd:import namespace="http://schemas.microsoft.com/office/2006/documentManagement/types"/>
    <xsd:import namespace="http://schemas.microsoft.com/office/infopath/2007/PartnerControls"/>
    <xsd:element name="NotebookType" ma:index="8" nillable="true" ma:displayName="Notebook Type" ma:internalName="NotebookType">
      <xsd:simpleType>
        <xsd:restriction base="dms:Text"/>
      </xsd:simpleType>
    </xsd:element>
    <xsd:element name="FolderType" ma:index="9" nillable="true" ma:displayName="Folder Type" ma:internalName="FolderType">
      <xsd:simpleType>
        <xsd:restriction base="dms:Text"/>
      </xsd:simpleType>
    </xsd:element>
    <xsd:element name="CultureName" ma:index="10" nillable="true" ma:displayName="Culture Name" ma:internalName="CultureName">
      <xsd:simpleType>
        <xsd:restriction base="dms:Text"/>
      </xsd:simpleType>
    </xsd:element>
    <xsd:element name="AppVersion" ma:index="11" nillable="true" ma:displayName="App Version" ma:internalName="AppVersion">
      <xsd:simpleType>
        <xsd:restriction base="dms:Text"/>
      </xsd:simpleType>
    </xsd:element>
    <xsd:element name="TeamsChannelId" ma:index="12" nillable="true" ma:displayName="Teams Channel Id" ma:internalName="TeamsChannelId">
      <xsd:simpleType>
        <xsd:restriction base="dms:Text"/>
      </xsd:simpleType>
    </xsd:element>
    <xsd:element name="Owner" ma:index="13" nillable="true" ma:displayName="Owner" ma:internalName="Owner">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ath_Settings" ma:index="14" nillable="true" ma:displayName="Math Settings" ma:internalName="Math_Settings">
      <xsd:simpleType>
        <xsd:restriction base="dms:Text"/>
      </xsd:simpleType>
    </xsd:element>
    <xsd:element name="DefaultSectionNames" ma:index="15" nillable="true" ma:displayName="Default Section Names" ma:internalName="DefaultSectionNames">
      <xsd:simpleType>
        <xsd:restriction base="dms:Note">
          <xsd:maxLength value="255"/>
        </xsd:restriction>
      </xsd:simpleType>
    </xsd:element>
    <xsd:element name="Templates" ma:index="16" nillable="true" ma:displayName="Templates" ma:internalName="Templates">
      <xsd:simpleType>
        <xsd:restriction base="dms:Note">
          <xsd:maxLength value="255"/>
        </xsd:restriction>
      </xsd:simpleType>
    </xsd:element>
    <xsd:element name="Leaders" ma:index="17" nillable="true" ma:displayName="Leaders" ma:internalName="Leader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mbers" ma:index="18" nillable="true" ma:displayName="Members" ma:internalName="Member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mber_Groups" ma:index="19" nillable="true" ma:displayName="Member Groups" ma:internalName="Member_Group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Distribution_Groups" ma:index="20" nillable="true" ma:displayName="Distribution Groups" ma:internalName="Distribution_Groups">
      <xsd:simpleType>
        <xsd:restriction base="dms:Note">
          <xsd:maxLength value="255"/>
        </xsd:restriction>
      </xsd:simpleType>
    </xsd:element>
    <xsd:element name="LMS_Mappings" ma:index="21" nillable="true" ma:displayName="LMS Mappings" ma:internalName="LMS_Mappings">
      <xsd:simpleType>
        <xsd:restriction base="dms:Note">
          <xsd:maxLength value="255"/>
        </xsd:restriction>
      </xsd:simpleType>
    </xsd:element>
    <xsd:element name="Invited_Leaders" ma:index="22" nillable="true" ma:displayName="Invited Leaders" ma:internalName="Invited_Leaders">
      <xsd:simpleType>
        <xsd:restriction base="dms:Note">
          <xsd:maxLength value="255"/>
        </xsd:restriction>
      </xsd:simpleType>
    </xsd:element>
    <xsd:element name="Invited_Members" ma:index="23" nillable="true" ma:displayName="Invited Members" ma:internalName="Invited_Members">
      <xsd:simpleType>
        <xsd:restriction base="dms:Note">
          <xsd:maxLength value="255"/>
        </xsd:restriction>
      </xsd:simpleType>
    </xsd:element>
    <xsd:element name="Self_Registration_Enabled" ma:index="24" nillable="true" ma:displayName="Self Registration Enabled" ma:internalName="Self_Registration_Enabled">
      <xsd:simpleType>
        <xsd:restriction base="dms:Boolean"/>
      </xsd:simpleType>
    </xsd:element>
    <xsd:element name="Has_Leaders_Only_SectionGroup" ma:index="25" nillable="true" ma:displayName="Has Leaders Only SectionGroup" ma:internalName="Has_Leaders_Only_SectionGroup">
      <xsd:simpleType>
        <xsd:restriction base="dms:Boolean"/>
      </xsd:simpleType>
    </xsd:element>
    <xsd:element name="Is_Collaboration_Space_Locked" ma:index="26" nillable="true" ma:displayName="Is Collaboration Space Locked" ma:internalName="Is_Collaboration_Space_Locked">
      <xsd:simpleType>
        <xsd:restriction base="dms:Boolean"/>
      </xsd:simpleType>
    </xsd:element>
    <xsd:element name="IsNotebookLocked" ma:index="27" nillable="true" ma:displayName="Is Notebook Locked" ma:internalName="IsNotebookLocked">
      <xsd:simpleType>
        <xsd:restriction base="dms:Boolean"/>
      </xsd:simpleType>
    </xsd:element>
    <xsd:element name="MediaServiceMetadata" ma:index="28" nillable="true" ma:displayName="MediaServiceMetadata" ma:hidden="true" ma:internalName="MediaServiceMetadata" ma:readOnly="true">
      <xsd:simpleType>
        <xsd:restriction base="dms:Note"/>
      </xsd:simpleType>
    </xsd:element>
    <xsd:element name="MediaServiceFastMetadata" ma:index="29" nillable="true" ma:displayName="MediaServiceFastMetadata" ma:hidden="true" ma:internalName="MediaServiceFastMetadata" ma:readOnly="true">
      <xsd:simpleType>
        <xsd:restriction base="dms:Note"/>
      </xsd:simpleType>
    </xsd:element>
    <xsd:element name="MediaServiceGenerationTime" ma:index="30" nillable="true" ma:displayName="MediaServiceGenerationTime" ma:hidden="true" ma:internalName="MediaServiceGenerationTime" ma:readOnly="true">
      <xsd:simpleType>
        <xsd:restriction base="dms:Text"/>
      </xsd:simpleType>
    </xsd:element>
    <xsd:element name="MediaServiceEventHashCode" ma:index="31" nillable="true" ma:displayName="MediaServiceEventHashCode" ma:hidden="true" ma:internalName="MediaServiceEventHashCode" ma:readOnly="true">
      <xsd:simpleType>
        <xsd:restriction base="dms:Text"/>
      </xsd:simpleType>
    </xsd:element>
    <xsd:element name="MediaServiceDateTaken" ma:index="32" nillable="true" ma:displayName="MediaServiceDateTaken" ma:hidden="true" ma:internalName="MediaServiceDateTaken" ma:readOnly="true">
      <xsd:simpleType>
        <xsd:restriction base="dms:Text"/>
      </xsd:simpleType>
    </xsd:element>
    <xsd:element name="MediaServiceOCR" ma:index="33" nillable="true" ma:displayName="Extracted Text" ma:internalName="MediaServiceOCR" ma:readOnly="true">
      <xsd:simpleType>
        <xsd:restriction base="dms:Note">
          <xsd:maxLength value="255"/>
        </xsd:restriction>
      </xsd:simpleType>
    </xsd:element>
    <xsd:element name="MediaServiceAutoKeyPoints" ma:index="34" nillable="true" ma:displayName="MediaServiceAutoKeyPoints" ma:hidden="true" ma:internalName="MediaServiceAutoKeyPoints" ma:readOnly="true">
      <xsd:simpleType>
        <xsd:restriction base="dms:Note"/>
      </xsd:simpleType>
    </xsd:element>
    <xsd:element name="MediaServiceKeyPoints" ma:index="35" nillable="true" ma:displayName="KeyPoints" ma:internalName="MediaServiceKeyPoints" ma:readOnly="true">
      <xsd:simpleType>
        <xsd:restriction base="dms:Note">
          <xsd:maxLength value="255"/>
        </xsd:restriction>
      </xsd:simpleType>
    </xsd:element>
    <xsd:element name="MediaLengthInSeconds" ma:index="38" nillable="true" ma:displayName="MediaLengthInSeconds" ma:hidden="true" ma:internalName="MediaLengthInSeconds" ma:readOnly="true">
      <xsd:simpleType>
        <xsd:restriction base="dms:Unknown"/>
      </xsd:simpleType>
    </xsd:element>
    <xsd:element name="lcf76f155ced4ddcb4097134ff3c332f" ma:index="40" nillable="true" ma:taxonomy="true" ma:internalName="lcf76f155ced4ddcb4097134ff3c332f" ma:taxonomyFieldName="MediaServiceImageTags" ma:displayName="Image Tags" ma:readOnly="false" ma:fieldId="{5cf76f15-5ced-4ddc-b409-7134ff3c332f}" ma:taxonomyMulti="true" ma:sspId="99a8f194-becd-4f93-a34b-b9b3045b7873" ma:termSetId="09814cd3-568e-fe90-9814-8d621ff8fb84" ma:anchorId="fba54fb3-c3e1-fe81-a776-ca4b69148c4d" ma:open="true" ma:isKeyword="false">
      <xsd:complexType>
        <xsd:sequence>
          <xsd:element ref="pc:Terms" minOccurs="0" maxOccurs="1"/>
        </xsd:sequence>
      </xsd:complexType>
    </xsd:element>
    <xsd:element name="MediaServiceLocation" ma:index="42" nillable="true" ma:displayName="Location" ma:indexed="true" ma:internalName="MediaServiceLocation" ma:readOnly="true">
      <xsd:simpleType>
        <xsd:restriction base="dms:Text"/>
      </xsd:simpleType>
    </xsd:element>
    <xsd:element name="MediaServiceObjectDetectorVersions" ma:index="43" nillable="true" ma:displayName="MediaServiceObjectDetectorVersions" ma:hidden="true" ma:indexed="true" ma:internalName="MediaServiceObjectDetectorVersions" ma:readOnly="true">
      <xsd:simpleType>
        <xsd:restriction base="dms:Text"/>
      </xsd:simpleType>
    </xsd:element>
    <xsd:element name="MediaServiceSearchProperties" ma:index="44"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8380694e-df13-4765-9f36-450494b12df9" elementFormDefault="qualified">
    <xsd:import namespace="http://schemas.microsoft.com/office/2006/documentManagement/types"/>
    <xsd:import namespace="http://schemas.microsoft.com/office/infopath/2007/PartnerControls"/>
    <xsd:element name="SharedWithUsers" ma:index="3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37"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e9952153-5aa5-42e8-8300-ccc6398e6c31" elementFormDefault="qualified">
    <xsd:import namespace="http://schemas.microsoft.com/office/2006/documentManagement/types"/>
    <xsd:import namespace="http://schemas.microsoft.com/office/infopath/2007/PartnerControls"/>
    <xsd:element name="TaxCatchAll" ma:index="41" nillable="true" ma:displayName="Taxonomy Catch All Column" ma:hidden="true" ma:list="{53582677-507c-480e-b47d-c119b048ca4c}" ma:internalName="TaxCatchAll" ma:showField="CatchAllData" ma:web="8380694e-df13-4765-9f36-450494b12df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A5F3152-1B22-4120-90AD-ABECC3E883B9}">
  <ds:schemaRefs>
    <ds:schemaRef ds:uri="http://purl.org/dc/dcmitype/"/>
    <ds:schemaRef ds:uri="http://purl.org/dc/elements/1.1/"/>
    <ds:schemaRef ds:uri="http://purl.org/dc/terms/"/>
    <ds:schemaRef ds:uri="http://schemas.microsoft.com/office/2006/metadata/properties"/>
    <ds:schemaRef ds:uri="http://schemas.openxmlformats.org/package/2006/metadata/core-properties"/>
    <ds:schemaRef ds:uri="8380694e-df13-4765-9f36-450494b12df9"/>
    <ds:schemaRef ds:uri="http://schemas.microsoft.com/office/2006/documentManagement/types"/>
    <ds:schemaRef ds:uri="http://www.w3.org/XML/1998/namespace"/>
    <ds:schemaRef ds:uri="http://schemas.microsoft.com/office/infopath/2007/PartnerControls"/>
    <ds:schemaRef ds:uri="e9952153-5aa5-42e8-8300-ccc6398e6c31"/>
    <ds:schemaRef ds:uri="251e4a2b-1a33-4513-9017-f0bb34cca31e"/>
  </ds:schemaRefs>
</ds:datastoreItem>
</file>

<file path=customXml/itemProps2.xml><?xml version="1.0" encoding="utf-8"?>
<ds:datastoreItem xmlns:ds="http://schemas.openxmlformats.org/officeDocument/2006/customXml" ds:itemID="{72B731D7-F5BF-4D0E-BEA0-A10CED407C8E}">
  <ds:schemaRefs>
    <ds:schemaRef ds:uri="http://schemas.microsoft.com/sharepoint/v3/contenttype/forms"/>
  </ds:schemaRefs>
</ds:datastoreItem>
</file>

<file path=customXml/itemProps3.xml><?xml version="1.0" encoding="utf-8"?>
<ds:datastoreItem xmlns:ds="http://schemas.openxmlformats.org/officeDocument/2006/customXml" ds:itemID="{7717D36E-5DB5-4546-9539-BCB69F065F4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51e4a2b-1a33-4513-9017-f0bb34cca31e"/>
    <ds:schemaRef ds:uri="8380694e-df13-4765-9f36-450494b12df9"/>
    <ds:schemaRef ds:uri="e9952153-5aa5-42e8-8300-ccc6398e6c3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6380</TotalTime>
  <Words>540</Words>
  <Application>Microsoft Office PowerPoint</Application>
  <PresentationFormat>Custom</PresentationFormat>
  <Paragraphs>37</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Lato</vt:lpstr>
      <vt:lpstr>Office Theme</vt:lpstr>
      <vt:lpstr>PowerPoint Presentation</vt:lpstr>
    </vt:vector>
  </TitlesOfParts>
  <Company>Northeastern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Todor Kiryazov</dc:creator>
  <cp:lastModifiedBy>Jeff Pan</cp:lastModifiedBy>
  <cp:revision>169</cp:revision>
  <cp:lastPrinted>2023-11-28T16:11:08Z</cp:lastPrinted>
  <dcterms:created xsi:type="dcterms:W3CDTF">2012-02-02T18:01:45Z</dcterms:created>
  <dcterms:modified xsi:type="dcterms:W3CDTF">2025-04-12T18:28:43Z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0x010100896936867FB4BD4CBBB1D9655E335B32</vt:lpwstr>
  </property>
  <property fmtid="{D5CDD505-2E9C-101B-9397-08002B2CF9AE}" pid="3" name="MediaServiceImageTags">
    <vt:lpwstr/>
  </property>
</Properties>
</file>